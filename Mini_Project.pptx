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74" r:id="rId9"/>
    <p:sldId id="275" r:id="rId10"/>
    <p:sldId id="261" r:id="rId11"/>
    <p:sldId id="266" r:id="rId12"/>
    <p:sldId id="268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BDF2BE-D7FF-421A-B704-99381E4F1167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14EDF9D-9ED5-4606-8020-F6E720C7F633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</a:p>
      </dgm:t>
    </dgm:pt>
    <dgm:pt modelId="{D4B52172-AA5D-4D73-8D02-45CEC06A818E}" type="parTrans" cxnId="{42A286BE-2C69-405D-BE79-D613CE75957F}">
      <dgm:prSet/>
      <dgm:spPr/>
      <dgm:t>
        <a:bodyPr/>
        <a:lstStyle/>
        <a:p>
          <a:endParaRPr lang="en-US"/>
        </a:p>
      </dgm:t>
    </dgm:pt>
    <dgm:pt modelId="{5C0B19BD-085A-427F-8851-ED5132D3CA67}" type="sibTrans" cxnId="{42A286BE-2C69-405D-BE79-D613CE75957F}">
      <dgm:prSet/>
      <dgm:spPr/>
      <dgm:t>
        <a:bodyPr/>
        <a:lstStyle/>
        <a:p>
          <a:endParaRPr lang="en-US"/>
        </a:p>
      </dgm:t>
    </dgm:pt>
    <dgm:pt modelId="{347F2F3A-A6BB-4CBA-A9DF-BD5BBF79AE23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</a:p>
      </dgm:t>
    </dgm:pt>
    <dgm:pt modelId="{B2698018-7BD5-4343-8E71-A8362A84CA56}" type="parTrans" cxnId="{FF3634DD-B307-4AFE-BF8E-986A33BEF1AA}">
      <dgm:prSet/>
      <dgm:spPr/>
      <dgm:t>
        <a:bodyPr/>
        <a:lstStyle/>
        <a:p>
          <a:endParaRPr lang="en-US"/>
        </a:p>
      </dgm:t>
    </dgm:pt>
    <dgm:pt modelId="{F1BB7E24-B4C4-4E0C-A2C0-BD9E2F87A287}" type="sibTrans" cxnId="{FF3634DD-B307-4AFE-BF8E-986A33BEF1AA}">
      <dgm:prSet/>
      <dgm:spPr/>
      <dgm:t>
        <a:bodyPr/>
        <a:lstStyle/>
        <a:p>
          <a:endParaRPr lang="en-US"/>
        </a:p>
      </dgm:t>
    </dgm:pt>
    <dgm:pt modelId="{86D453E8-CFAD-4A39-A636-0E319A1D1D1D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</a:p>
      </dgm:t>
    </dgm:pt>
    <dgm:pt modelId="{8E189E1D-0741-4F05-B5FB-2B50E45E56CA}" type="parTrans" cxnId="{8659521D-8652-48B1-A23D-34D37A5520DD}">
      <dgm:prSet/>
      <dgm:spPr/>
      <dgm:t>
        <a:bodyPr/>
        <a:lstStyle/>
        <a:p>
          <a:endParaRPr lang="en-US"/>
        </a:p>
      </dgm:t>
    </dgm:pt>
    <dgm:pt modelId="{F92C2DE0-AB61-484D-AAA7-32DA3E588530}" type="sibTrans" cxnId="{8659521D-8652-48B1-A23D-34D37A5520DD}">
      <dgm:prSet/>
      <dgm:spPr/>
      <dgm:t>
        <a:bodyPr/>
        <a:lstStyle/>
        <a:p>
          <a:endParaRPr lang="en-US"/>
        </a:p>
      </dgm:t>
    </dgm:pt>
    <dgm:pt modelId="{3F47776D-D23D-4FCF-89A0-490D9B55A2F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API</a:t>
          </a:r>
        </a:p>
      </dgm:t>
    </dgm:pt>
    <dgm:pt modelId="{582A74CE-D683-4CEA-A2F5-FAA379314591}" type="parTrans" cxnId="{AF03A18C-D5B2-4EAC-BD2F-FEE0C9674DEE}">
      <dgm:prSet/>
      <dgm:spPr/>
      <dgm:t>
        <a:bodyPr/>
        <a:lstStyle/>
        <a:p>
          <a:endParaRPr lang="en-US"/>
        </a:p>
      </dgm:t>
    </dgm:pt>
    <dgm:pt modelId="{5735D1AC-9AB2-4BF1-9493-DD80107E426B}" type="sibTrans" cxnId="{AF03A18C-D5B2-4EAC-BD2F-FEE0C9674DEE}">
      <dgm:prSet/>
      <dgm:spPr/>
      <dgm:t>
        <a:bodyPr/>
        <a:lstStyle/>
        <a:p>
          <a:endParaRPr lang="en-US"/>
        </a:p>
      </dgm:t>
    </dgm:pt>
    <dgm:pt modelId="{7C64D47F-70D4-4946-B96E-9A3CDD4E4AD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React.js , Tailwind CSS , Chart.js</a:t>
          </a:r>
        </a:p>
      </dgm:t>
    </dgm:pt>
    <dgm:pt modelId="{A5BDDB07-6485-4360-BB88-EC3702A91860}" type="parTrans" cxnId="{F9298B72-55B1-4B57-9BD9-D6C04E339EDC}">
      <dgm:prSet/>
      <dgm:spPr/>
      <dgm:t>
        <a:bodyPr/>
        <a:lstStyle/>
        <a:p>
          <a:endParaRPr lang="en-US"/>
        </a:p>
      </dgm:t>
    </dgm:pt>
    <dgm:pt modelId="{E86BCEF2-C775-49F1-8D03-A57E77B428FF}" type="sibTrans" cxnId="{F9298B72-55B1-4B57-9BD9-D6C04E339EDC}">
      <dgm:prSet/>
      <dgm:spPr/>
      <dgm:t>
        <a:bodyPr/>
        <a:lstStyle/>
        <a:p>
          <a:endParaRPr lang="en-US"/>
        </a:p>
      </dgm:t>
    </dgm:pt>
    <dgm:pt modelId="{52877928-B996-470C-A8D1-B4B2DEDA50C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Python , Flask  </a:t>
          </a:r>
        </a:p>
      </dgm:t>
    </dgm:pt>
    <dgm:pt modelId="{7A2B6AFD-C62D-4DFD-A400-B63A8C6B6AC8}" type="parTrans" cxnId="{841A4E04-5A8E-483E-B1E1-731098314B7D}">
      <dgm:prSet/>
      <dgm:spPr/>
      <dgm:t>
        <a:bodyPr/>
        <a:lstStyle/>
        <a:p>
          <a:endParaRPr lang="en-US"/>
        </a:p>
      </dgm:t>
    </dgm:pt>
    <dgm:pt modelId="{7B7A2A59-E627-4F88-AD1D-A24575BF6A89}" type="sibTrans" cxnId="{841A4E04-5A8E-483E-B1E1-731098314B7D}">
      <dgm:prSet/>
      <dgm:spPr/>
      <dgm:t>
        <a:bodyPr/>
        <a:lstStyle/>
        <a:p>
          <a:endParaRPr lang="en-US"/>
        </a:p>
      </dgm:t>
    </dgm:pt>
    <dgm:pt modelId="{A2F773F7-72AE-42AD-A3CF-85887456395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PostgreSQL , Supabase</a:t>
          </a:r>
        </a:p>
      </dgm:t>
    </dgm:pt>
    <dgm:pt modelId="{7129BED1-45D5-40A7-B1B9-E5E14C949219}" type="parTrans" cxnId="{F3C50D0F-B203-4459-849F-ED650CF6E106}">
      <dgm:prSet/>
      <dgm:spPr/>
      <dgm:t>
        <a:bodyPr/>
        <a:lstStyle/>
        <a:p>
          <a:endParaRPr lang="en-US"/>
        </a:p>
      </dgm:t>
    </dgm:pt>
    <dgm:pt modelId="{53E68277-4C0F-4B03-9536-775B50DCBF17}" type="sibTrans" cxnId="{F3C50D0F-B203-4459-849F-ED650CF6E106}">
      <dgm:prSet/>
      <dgm:spPr/>
      <dgm:t>
        <a:bodyPr/>
        <a:lstStyle/>
        <a:p>
          <a:endParaRPr lang="en-US"/>
        </a:p>
      </dgm:t>
    </dgm:pt>
    <dgm:pt modelId="{E0D75E61-C2B9-485F-8603-C435FD2E79B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Gemini API, Google meet API </a:t>
          </a:r>
        </a:p>
      </dgm:t>
    </dgm:pt>
    <dgm:pt modelId="{B3F451B1-31F9-4CC9-A5BA-BC77E4C49AF1}" type="parTrans" cxnId="{EF9FE598-834F-4AAD-B9FE-AE00B0DDB6B0}">
      <dgm:prSet/>
      <dgm:spPr/>
      <dgm:t>
        <a:bodyPr/>
        <a:lstStyle/>
        <a:p>
          <a:endParaRPr lang="en-US"/>
        </a:p>
      </dgm:t>
    </dgm:pt>
    <dgm:pt modelId="{694A80E6-960B-4D4B-938F-DD1A7691C878}" type="sibTrans" cxnId="{EF9FE598-834F-4AAD-B9FE-AE00B0DDB6B0}">
      <dgm:prSet/>
      <dgm:spPr/>
      <dgm:t>
        <a:bodyPr/>
        <a:lstStyle/>
        <a:p>
          <a:endParaRPr lang="en-US"/>
        </a:p>
      </dgm:t>
    </dgm:pt>
    <dgm:pt modelId="{568B27B8-8839-4B30-BACC-A54A5C1EEBA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</a:t>
          </a:r>
        </a:p>
      </dgm:t>
    </dgm:pt>
    <dgm:pt modelId="{C9A4C2A6-D0EE-4797-ADAE-7487ACC89807}" type="parTrans" cxnId="{7D12828D-6988-4EF5-A421-EF34C0DBA681}">
      <dgm:prSet/>
      <dgm:spPr/>
      <dgm:t>
        <a:bodyPr/>
        <a:lstStyle/>
        <a:p>
          <a:endParaRPr lang="en-US"/>
        </a:p>
      </dgm:t>
    </dgm:pt>
    <dgm:pt modelId="{D34F27AE-E52C-4697-B57D-C6655965A456}" type="sibTrans" cxnId="{7D12828D-6988-4EF5-A421-EF34C0DBA681}">
      <dgm:prSet/>
      <dgm:spPr/>
      <dgm:t>
        <a:bodyPr/>
        <a:lstStyle/>
        <a:p>
          <a:endParaRPr lang="en-US"/>
        </a:p>
      </dgm:t>
    </dgm:pt>
    <dgm:pt modelId="{0D1ACF7E-6A73-4AE9-9C79-A6BE4FCE800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Render</a:t>
          </a:r>
        </a:p>
      </dgm:t>
    </dgm:pt>
    <dgm:pt modelId="{2B6F8586-1DF0-47CA-894D-EAC627465BC1}" type="parTrans" cxnId="{64CD3C3B-E5B6-44BE-B5C3-60D67839D31B}">
      <dgm:prSet/>
      <dgm:spPr/>
      <dgm:t>
        <a:bodyPr/>
        <a:lstStyle/>
        <a:p>
          <a:endParaRPr lang="en-US"/>
        </a:p>
      </dgm:t>
    </dgm:pt>
    <dgm:pt modelId="{3797DDD5-03D5-4E5F-9261-463BB179E79C}" type="sibTrans" cxnId="{64CD3C3B-E5B6-44BE-B5C3-60D67839D31B}">
      <dgm:prSet/>
      <dgm:spPr/>
      <dgm:t>
        <a:bodyPr/>
        <a:lstStyle/>
        <a:p>
          <a:endParaRPr lang="en-US"/>
        </a:p>
      </dgm:t>
    </dgm:pt>
    <dgm:pt modelId="{A27AE04F-7437-497A-A5D8-8AF53F68CAA4}" type="pres">
      <dgm:prSet presAssocID="{DCBDF2BE-D7FF-421A-B704-99381E4F1167}" presName="linear" presStyleCnt="0">
        <dgm:presLayoutVars>
          <dgm:dir/>
          <dgm:animLvl val="lvl"/>
          <dgm:resizeHandles val="exact"/>
        </dgm:presLayoutVars>
      </dgm:prSet>
      <dgm:spPr/>
    </dgm:pt>
    <dgm:pt modelId="{FDFA935F-FFE4-41EE-A130-FED220DE6C7F}" type="pres">
      <dgm:prSet presAssocID="{114EDF9D-9ED5-4606-8020-F6E720C7F633}" presName="parentLin" presStyleCnt="0"/>
      <dgm:spPr/>
    </dgm:pt>
    <dgm:pt modelId="{4DC6216A-ED77-4B50-8F70-215A57B51A22}" type="pres">
      <dgm:prSet presAssocID="{114EDF9D-9ED5-4606-8020-F6E720C7F633}" presName="parentLeftMargin" presStyleLbl="node1" presStyleIdx="0" presStyleCnt="5"/>
      <dgm:spPr/>
    </dgm:pt>
    <dgm:pt modelId="{53691CB3-ABF9-4401-BC84-4CA09093B1FE}" type="pres">
      <dgm:prSet presAssocID="{114EDF9D-9ED5-4606-8020-F6E720C7F63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39DDCD5-4817-4A48-B6B3-BF961DD899FE}" type="pres">
      <dgm:prSet presAssocID="{114EDF9D-9ED5-4606-8020-F6E720C7F633}" presName="negativeSpace" presStyleCnt="0"/>
      <dgm:spPr/>
    </dgm:pt>
    <dgm:pt modelId="{C7C54D5F-89D9-4758-BB17-300975E3EC1F}" type="pres">
      <dgm:prSet presAssocID="{114EDF9D-9ED5-4606-8020-F6E720C7F633}" presName="childText" presStyleLbl="conFgAcc1" presStyleIdx="0" presStyleCnt="5">
        <dgm:presLayoutVars>
          <dgm:bulletEnabled val="1"/>
        </dgm:presLayoutVars>
      </dgm:prSet>
      <dgm:spPr/>
    </dgm:pt>
    <dgm:pt modelId="{10833F32-C954-4716-96A0-3A4CBF47F21B}" type="pres">
      <dgm:prSet presAssocID="{5C0B19BD-085A-427F-8851-ED5132D3CA67}" presName="spaceBetweenRectangles" presStyleCnt="0"/>
      <dgm:spPr/>
    </dgm:pt>
    <dgm:pt modelId="{663045CD-B377-45A5-9242-E81249F1F191}" type="pres">
      <dgm:prSet presAssocID="{347F2F3A-A6BB-4CBA-A9DF-BD5BBF79AE23}" presName="parentLin" presStyleCnt="0"/>
      <dgm:spPr/>
    </dgm:pt>
    <dgm:pt modelId="{4BDCE1B3-CF50-40FC-B627-805AF1EB6F5D}" type="pres">
      <dgm:prSet presAssocID="{347F2F3A-A6BB-4CBA-A9DF-BD5BBF79AE23}" presName="parentLeftMargin" presStyleLbl="node1" presStyleIdx="0" presStyleCnt="5"/>
      <dgm:spPr/>
    </dgm:pt>
    <dgm:pt modelId="{DDBCA112-7CC4-4C24-99DA-62C6ABB254FF}" type="pres">
      <dgm:prSet presAssocID="{347F2F3A-A6BB-4CBA-A9DF-BD5BBF79AE2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0C19C98-9E91-48FC-BCEA-240BEACDFC5C}" type="pres">
      <dgm:prSet presAssocID="{347F2F3A-A6BB-4CBA-A9DF-BD5BBF79AE23}" presName="negativeSpace" presStyleCnt="0"/>
      <dgm:spPr/>
    </dgm:pt>
    <dgm:pt modelId="{D3552CFC-5AA2-4775-983C-A324ED2749E5}" type="pres">
      <dgm:prSet presAssocID="{347F2F3A-A6BB-4CBA-A9DF-BD5BBF79AE23}" presName="childText" presStyleLbl="conFgAcc1" presStyleIdx="1" presStyleCnt="5">
        <dgm:presLayoutVars>
          <dgm:bulletEnabled val="1"/>
        </dgm:presLayoutVars>
      </dgm:prSet>
      <dgm:spPr/>
    </dgm:pt>
    <dgm:pt modelId="{2CFFA873-941F-452A-8C46-62DAB176F2CB}" type="pres">
      <dgm:prSet presAssocID="{F1BB7E24-B4C4-4E0C-A2C0-BD9E2F87A287}" presName="spaceBetweenRectangles" presStyleCnt="0"/>
      <dgm:spPr/>
    </dgm:pt>
    <dgm:pt modelId="{DFEF14FB-2A2A-482F-BBA0-BF47A185B35D}" type="pres">
      <dgm:prSet presAssocID="{86D453E8-CFAD-4A39-A636-0E319A1D1D1D}" presName="parentLin" presStyleCnt="0"/>
      <dgm:spPr/>
    </dgm:pt>
    <dgm:pt modelId="{74EF3BE7-EF8F-4391-AD03-F267D9C751A7}" type="pres">
      <dgm:prSet presAssocID="{86D453E8-CFAD-4A39-A636-0E319A1D1D1D}" presName="parentLeftMargin" presStyleLbl="node1" presStyleIdx="1" presStyleCnt="5"/>
      <dgm:spPr/>
    </dgm:pt>
    <dgm:pt modelId="{3C8DAF5A-E65B-42E5-99E7-B1BC2041CD95}" type="pres">
      <dgm:prSet presAssocID="{86D453E8-CFAD-4A39-A636-0E319A1D1D1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2BE0B89-120C-4399-A331-DDF80F4BF8CA}" type="pres">
      <dgm:prSet presAssocID="{86D453E8-CFAD-4A39-A636-0E319A1D1D1D}" presName="negativeSpace" presStyleCnt="0"/>
      <dgm:spPr/>
    </dgm:pt>
    <dgm:pt modelId="{C4863E05-C465-4758-9C78-D0D7A55C029C}" type="pres">
      <dgm:prSet presAssocID="{86D453E8-CFAD-4A39-A636-0E319A1D1D1D}" presName="childText" presStyleLbl="conFgAcc1" presStyleIdx="2" presStyleCnt="5">
        <dgm:presLayoutVars>
          <dgm:bulletEnabled val="1"/>
        </dgm:presLayoutVars>
      </dgm:prSet>
      <dgm:spPr/>
    </dgm:pt>
    <dgm:pt modelId="{A544B2D2-8600-40BA-9938-D6C1B0BE9E64}" type="pres">
      <dgm:prSet presAssocID="{F92C2DE0-AB61-484D-AAA7-32DA3E588530}" presName="spaceBetweenRectangles" presStyleCnt="0"/>
      <dgm:spPr/>
    </dgm:pt>
    <dgm:pt modelId="{163B68DD-D804-415D-A87C-BBE18AEE819D}" type="pres">
      <dgm:prSet presAssocID="{3F47776D-D23D-4FCF-89A0-490D9B55A2F7}" presName="parentLin" presStyleCnt="0"/>
      <dgm:spPr/>
    </dgm:pt>
    <dgm:pt modelId="{CCD59423-9977-486E-AB2F-834436910EC1}" type="pres">
      <dgm:prSet presAssocID="{3F47776D-D23D-4FCF-89A0-490D9B55A2F7}" presName="parentLeftMargin" presStyleLbl="node1" presStyleIdx="2" presStyleCnt="5"/>
      <dgm:spPr/>
    </dgm:pt>
    <dgm:pt modelId="{66D0F1CA-B678-40A2-B041-28B7882E0D42}" type="pres">
      <dgm:prSet presAssocID="{3F47776D-D23D-4FCF-89A0-490D9B55A2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70E2EB-F4ED-4E55-BF28-DE2E7B639936}" type="pres">
      <dgm:prSet presAssocID="{3F47776D-D23D-4FCF-89A0-490D9B55A2F7}" presName="negativeSpace" presStyleCnt="0"/>
      <dgm:spPr/>
    </dgm:pt>
    <dgm:pt modelId="{A4D027A3-8229-4D13-AE98-A33948F7D870}" type="pres">
      <dgm:prSet presAssocID="{3F47776D-D23D-4FCF-89A0-490D9B55A2F7}" presName="childText" presStyleLbl="conFgAcc1" presStyleIdx="3" presStyleCnt="5">
        <dgm:presLayoutVars>
          <dgm:bulletEnabled val="1"/>
        </dgm:presLayoutVars>
      </dgm:prSet>
      <dgm:spPr/>
    </dgm:pt>
    <dgm:pt modelId="{E62DD36A-6BAA-4619-8DB4-21C235E8DE8C}" type="pres">
      <dgm:prSet presAssocID="{5735D1AC-9AB2-4BF1-9493-DD80107E426B}" presName="spaceBetweenRectangles" presStyleCnt="0"/>
      <dgm:spPr/>
    </dgm:pt>
    <dgm:pt modelId="{68935B4E-2E0B-43D6-99D3-3D85DD0D3018}" type="pres">
      <dgm:prSet presAssocID="{568B27B8-8839-4B30-BACC-A54A5C1EEBA6}" presName="parentLin" presStyleCnt="0"/>
      <dgm:spPr/>
    </dgm:pt>
    <dgm:pt modelId="{4425D7A9-3867-4EB0-9DCA-3AEA923E64AC}" type="pres">
      <dgm:prSet presAssocID="{568B27B8-8839-4B30-BACC-A54A5C1EEBA6}" presName="parentLeftMargin" presStyleLbl="node1" presStyleIdx="3" presStyleCnt="5"/>
      <dgm:spPr/>
    </dgm:pt>
    <dgm:pt modelId="{19BD3DF2-602E-4088-8B20-85690D0A939F}" type="pres">
      <dgm:prSet presAssocID="{568B27B8-8839-4B30-BACC-A54A5C1EEBA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3E95069-C5C3-482B-9CB3-A512D5F1FB78}" type="pres">
      <dgm:prSet presAssocID="{568B27B8-8839-4B30-BACC-A54A5C1EEBA6}" presName="negativeSpace" presStyleCnt="0"/>
      <dgm:spPr/>
    </dgm:pt>
    <dgm:pt modelId="{3E66E075-4919-48FD-BC3D-809EBD9A9445}" type="pres">
      <dgm:prSet presAssocID="{568B27B8-8839-4B30-BACC-A54A5C1EEBA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41A4E04-5A8E-483E-B1E1-731098314B7D}" srcId="{347F2F3A-A6BB-4CBA-A9DF-BD5BBF79AE23}" destId="{52877928-B996-470C-A8D1-B4B2DEDA50CE}" srcOrd="0" destOrd="0" parTransId="{7A2B6AFD-C62D-4DFD-A400-B63A8C6B6AC8}" sibTransId="{7B7A2A59-E627-4F88-AD1D-A24575BF6A89}"/>
    <dgm:cxn modelId="{F3C50D0F-B203-4459-849F-ED650CF6E106}" srcId="{86D453E8-CFAD-4A39-A636-0E319A1D1D1D}" destId="{A2F773F7-72AE-42AD-A3CF-858874563950}" srcOrd="0" destOrd="0" parTransId="{7129BED1-45D5-40A7-B1B9-E5E14C949219}" sibTransId="{53E68277-4C0F-4B03-9536-775B50DCBF17}"/>
    <dgm:cxn modelId="{8659521D-8652-48B1-A23D-34D37A5520DD}" srcId="{DCBDF2BE-D7FF-421A-B704-99381E4F1167}" destId="{86D453E8-CFAD-4A39-A636-0E319A1D1D1D}" srcOrd="2" destOrd="0" parTransId="{8E189E1D-0741-4F05-B5FB-2B50E45E56CA}" sibTransId="{F92C2DE0-AB61-484D-AAA7-32DA3E588530}"/>
    <dgm:cxn modelId="{721C252A-F1A6-4E76-9484-2A68B37DA6EA}" type="presOf" srcId="{3F47776D-D23D-4FCF-89A0-490D9B55A2F7}" destId="{66D0F1CA-B678-40A2-B041-28B7882E0D42}" srcOrd="1" destOrd="0" presId="urn:microsoft.com/office/officeart/2005/8/layout/list1"/>
    <dgm:cxn modelId="{64CD3C3B-E5B6-44BE-B5C3-60D67839D31B}" srcId="{568B27B8-8839-4B30-BACC-A54A5C1EEBA6}" destId="{0D1ACF7E-6A73-4AE9-9C79-A6BE4FCE8003}" srcOrd="0" destOrd="0" parTransId="{2B6F8586-1DF0-47CA-894D-EAC627465BC1}" sibTransId="{3797DDD5-03D5-4E5F-9261-463BB179E79C}"/>
    <dgm:cxn modelId="{B9A7815F-D63A-496D-9046-8290A3ECEC12}" type="presOf" srcId="{E0D75E61-C2B9-485F-8603-C435FD2E79B9}" destId="{A4D027A3-8229-4D13-AE98-A33948F7D870}" srcOrd="0" destOrd="0" presId="urn:microsoft.com/office/officeart/2005/8/layout/list1"/>
    <dgm:cxn modelId="{AB8E764E-188E-4430-901D-EE86F047776F}" type="presOf" srcId="{114EDF9D-9ED5-4606-8020-F6E720C7F633}" destId="{53691CB3-ABF9-4401-BC84-4CA09093B1FE}" srcOrd="1" destOrd="0" presId="urn:microsoft.com/office/officeart/2005/8/layout/list1"/>
    <dgm:cxn modelId="{F9298B72-55B1-4B57-9BD9-D6C04E339EDC}" srcId="{114EDF9D-9ED5-4606-8020-F6E720C7F633}" destId="{7C64D47F-70D4-4946-B96E-9A3CDD4E4AD9}" srcOrd="0" destOrd="0" parTransId="{A5BDDB07-6485-4360-BB88-EC3702A91860}" sibTransId="{E86BCEF2-C775-49F1-8D03-A57E77B428FF}"/>
    <dgm:cxn modelId="{025A967C-0627-473D-AE2F-7F4410D84025}" type="presOf" srcId="{3F47776D-D23D-4FCF-89A0-490D9B55A2F7}" destId="{CCD59423-9977-486E-AB2F-834436910EC1}" srcOrd="0" destOrd="0" presId="urn:microsoft.com/office/officeart/2005/8/layout/list1"/>
    <dgm:cxn modelId="{88466382-5FAE-4327-957E-A5E92E5320A0}" type="presOf" srcId="{568B27B8-8839-4B30-BACC-A54A5C1EEBA6}" destId="{19BD3DF2-602E-4088-8B20-85690D0A939F}" srcOrd="1" destOrd="0" presId="urn:microsoft.com/office/officeart/2005/8/layout/list1"/>
    <dgm:cxn modelId="{1119A78B-9845-4F86-96D8-FE9101B87812}" type="presOf" srcId="{0D1ACF7E-6A73-4AE9-9C79-A6BE4FCE8003}" destId="{3E66E075-4919-48FD-BC3D-809EBD9A9445}" srcOrd="0" destOrd="0" presId="urn:microsoft.com/office/officeart/2005/8/layout/list1"/>
    <dgm:cxn modelId="{AF03A18C-D5B2-4EAC-BD2F-FEE0C9674DEE}" srcId="{DCBDF2BE-D7FF-421A-B704-99381E4F1167}" destId="{3F47776D-D23D-4FCF-89A0-490D9B55A2F7}" srcOrd="3" destOrd="0" parTransId="{582A74CE-D683-4CEA-A2F5-FAA379314591}" sibTransId="{5735D1AC-9AB2-4BF1-9493-DD80107E426B}"/>
    <dgm:cxn modelId="{7D12828D-6988-4EF5-A421-EF34C0DBA681}" srcId="{DCBDF2BE-D7FF-421A-B704-99381E4F1167}" destId="{568B27B8-8839-4B30-BACC-A54A5C1EEBA6}" srcOrd="4" destOrd="0" parTransId="{C9A4C2A6-D0EE-4797-ADAE-7487ACC89807}" sibTransId="{D34F27AE-E52C-4697-B57D-C6655965A456}"/>
    <dgm:cxn modelId="{80A23394-DF93-4F59-BD3D-7A26407DBD03}" type="presOf" srcId="{347F2F3A-A6BB-4CBA-A9DF-BD5BBF79AE23}" destId="{DDBCA112-7CC4-4C24-99DA-62C6ABB254FF}" srcOrd="1" destOrd="0" presId="urn:microsoft.com/office/officeart/2005/8/layout/list1"/>
    <dgm:cxn modelId="{EF9FE598-834F-4AAD-B9FE-AE00B0DDB6B0}" srcId="{3F47776D-D23D-4FCF-89A0-490D9B55A2F7}" destId="{E0D75E61-C2B9-485F-8603-C435FD2E79B9}" srcOrd="0" destOrd="0" parTransId="{B3F451B1-31F9-4CC9-A5BA-BC77E4C49AF1}" sibTransId="{694A80E6-960B-4D4B-938F-DD1A7691C878}"/>
    <dgm:cxn modelId="{7BCD209D-2EED-400D-B066-A61AB25AB7F2}" type="presOf" srcId="{52877928-B996-470C-A8D1-B4B2DEDA50CE}" destId="{D3552CFC-5AA2-4775-983C-A324ED2749E5}" srcOrd="0" destOrd="0" presId="urn:microsoft.com/office/officeart/2005/8/layout/list1"/>
    <dgm:cxn modelId="{B575A09D-7595-42BE-950D-154FDEEAF02D}" type="presOf" srcId="{DCBDF2BE-D7FF-421A-B704-99381E4F1167}" destId="{A27AE04F-7437-497A-A5D8-8AF53F68CAA4}" srcOrd="0" destOrd="0" presId="urn:microsoft.com/office/officeart/2005/8/layout/list1"/>
    <dgm:cxn modelId="{2CA950A8-6503-4BD8-8398-E4CB530F8ECE}" type="presOf" srcId="{568B27B8-8839-4B30-BACC-A54A5C1EEBA6}" destId="{4425D7A9-3867-4EB0-9DCA-3AEA923E64AC}" srcOrd="0" destOrd="0" presId="urn:microsoft.com/office/officeart/2005/8/layout/list1"/>
    <dgm:cxn modelId="{201B7FB9-0FAE-4F91-A7FC-606A46C171AB}" type="presOf" srcId="{A2F773F7-72AE-42AD-A3CF-858874563950}" destId="{C4863E05-C465-4758-9C78-D0D7A55C029C}" srcOrd="0" destOrd="0" presId="urn:microsoft.com/office/officeart/2005/8/layout/list1"/>
    <dgm:cxn modelId="{42A286BE-2C69-405D-BE79-D613CE75957F}" srcId="{DCBDF2BE-D7FF-421A-B704-99381E4F1167}" destId="{114EDF9D-9ED5-4606-8020-F6E720C7F633}" srcOrd="0" destOrd="0" parTransId="{D4B52172-AA5D-4D73-8D02-45CEC06A818E}" sibTransId="{5C0B19BD-085A-427F-8851-ED5132D3CA67}"/>
    <dgm:cxn modelId="{A670E5C1-A462-4506-A822-90A78D7D585C}" type="presOf" srcId="{347F2F3A-A6BB-4CBA-A9DF-BD5BBF79AE23}" destId="{4BDCE1B3-CF50-40FC-B627-805AF1EB6F5D}" srcOrd="0" destOrd="0" presId="urn:microsoft.com/office/officeart/2005/8/layout/list1"/>
    <dgm:cxn modelId="{15A2DBC2-C21F-40DC-B14E-05918E21185A}" type="presOf" srcId="{7C64D47F-70D4-4946-B96E-9A3CDD4E4AD9}" destId="{C7C54D5F-89D9-4758-BB17-300975E3EC1F}" srcOrd="0" destOrd="0" presId="urn:microsoft.com/office/officeart/2005/8/layout/list1"/>
    <dgm:cxn modelId="{F985E1DA-DCEC-4D92-9B66-9533D5356098}" type="presOf" srcId="{114EDF9D-9ED5-4606-8020-F6E720C7F633}" destId="{4DC6216A-ED77-4B50-8F70-215A57B51A22}" srcOrd="0" destOrd="0" presId="urn:microsoft.com/office/officeart/2005/8/layout/list1"/>
    <dgm:cxn modelId="{FF3634DD-B307-4AFE-BF8E-986A33BEF1AA}" srcId="{DCBDF2BE-D7FF-421A-B704-99381E4F1167}" destId="{347F2F3A-A6BB-4CBA-A9DF-BD5BBF79AE23}" srcOrd="1" destOrd="0" parTransId="{B2698018-7BD5-4343-8E71-A8362A84CA56}" sibTransId="{F1BB7E24-B4C4-4E0C-A2C0-BD9E2F87A287}"/>
    <dgm:cxn modelId="{987668EC-B4D0-4BD3-ABC5-C444A80EBE5E}" type="presOf" srcId="{86D453E8-CFAD-4A39-A636-0E319A1D1D1D}" destId="{3C8DAF5A-E65B-42E5-99E7-B1BC2041CD95}" srcOrd="1" destOrd="0" presId="urn:microsoft.com/office/officeart/2005/8/layout/list1"/>
    <dgm:cxn modelId="{498CDBFE-3C8D-4607-ADCF-E4B10D94AFC1}" type="presOf" srcId="{86D453E8-CFAD-4A39-A636-0E319A1D1D1D}" destId="{74EF3BE7-EF8F-4391-AD03-F267D9C751A7}" srcOrd="0" destOrd="0" presId="urn:microsoft.com/office/officeart/2005/8/layout/list1"/>
    <dgm:cxn modelId="{915E0E58-26BB-4BB1-9A80-9F45FE31BCE2}" type="presParOf" srcId="{A27AE04F-7437-497A-A5D8-8AF53F68CAA4}" destId="{FDFA935F-FFE4-41EE-A130-FED220DE6C7F}" srcOrd="0" destOrd="0" presId="urn:microsoft.com/office/officeart/2005/8/layout/list1"/>
    <dgm:cxn modelId="{6E31622A-334E-4DFD-AD57-CA8B2597C2D1}" type="presParOf" srcId="{FDFA935F-FFE4-41EE-A130-FED220DE6C7F}" destId="{4DC6216A-ED77-4B50-8F70-215A57B51A22}" srcOrd="0" destOrd="0" presId="urn:microsoft.com/office/officeart/2005/8/layout/list1"/>
    <dgm:cxn modelId="{CD3D62D5-43EB-4E27-ADFE-AB283BCF0769}" type="presParOf" srcId="{FDFA935F-FFE4-41EE-A130-FED220DE6C7F}" destId="{53691CB3-ABF9-4401-BC84-4CA09093B1FE}" srcOrd="1" destOrd="0" presId="urn:microsoft.com/office/officeart/2005/8/layout/list1"/>
    <dgm:cxn modelId="{38DB604E-6635-497E-9D73-45886EEAEAFB}" type="presParOf" srcId="{A27AE04F-7437-497A-A5D8-8AF53F68CAA4}" destId="{639DDCD5-4817-4A48-B6B3-BF961DD899FE}" srcOrd="1" destOrd="0" presId="urn:microsoft.com/office/officeart/2005/8/layout/list1"/>
    <dgm:cxn modelId="{7708E60E-ED28-4437-B281-D66C2DD75882}" type="presParOf" srcId="{A27AE04F-7437-497A-A5D8-8AF53F68CAA4}" destId="{C7C54D5F-89D9-4758-BB17-300975E3EC1F}" srcOrd="2" destOrd="0" presId="urn:microsoft.com/office/officeart/2005/8/layout/list1"/>
    <dgm:cxn modelId="{4A00D4EF-3D3B-41F0-B035-CC1B83062049}" type="presParOf" srcId="{A27AE04F-7437-497A-A5D8-8AF53F68CAA4}" destId="{10833F32-C954-4716-96A0-3A4CBF47F21B}" srcOrd="3" destOrd="0" presId="urn:microsoft.com/office/officeart/2005/8/layout/list1"/>
    <dgm:cxn modelId="{5E44F1E6-0542-4371-ABFF-6F630F408F28}" type="presParOf" srcId="{A27AE04F-7437-497A-A5D8-8AF53F68CAA4}" destId="{663045CD-B377-45A5-9242-E81249F1F191}" srcOrd="4" destOrd="0" presId="urn:microsoft.com/office/officeart/2005/8/layout/list1"/>
    <dgm:cxn modelId="{7851A5AC-6E75-41E3-B804-C49695BF36DB}" type="presParOf" srcId="{663045CD-B377-45A5-9242-E81249F1F191}" destId="{4BDCE1B3-CF50-40FC-B627-805AF1EB6F5D}" srcOrd="0" destOrd="0" presId="urn:microsoft.com/office/officeart/2005/8/layout/list1"/>
    <dgm:cxn modelId="{8E424E8E-7FB8-4171-88FE-184BD5EC5014}" type="presParOf" srcId="{663045CD-B377-45A5-9242-E81249F1F191}" destId="{DDBCA112-7CC4-4C24-99DA-62C6ABB254FF}" srcOrd="1" destOrd="0" presId="urn:microsoft.com/office/officeart/2005/8/layout/list1"/>
    <dgm:cxn modelId="{7EEC497E-E106-412E-BAFA-8B88D8650925}" type="presParOf" srcId="{A27AE04F-7437-497A-A5D8-8AF53F68CAA4}" destId="{C0C19C98-9E91-48FC-BCEA-240BEACDFC5C}" srcOrd="5" destOrd="0" presId="urn:microsoft.com/office/officeart/2005/8/layout/list1"/>
    <dgm:cxn modelId="{8524856A-ABF2-4A94-A5AC-D5BD2B1B5F96}" type="presParOf" srcId="{A27AE04F-7437-497A-A5D8-8AF53F68CAA4}" destId="{D3552CFC-5AA2-4775-983C-A324ED2749E5}" srcOrd="6" destOrd="0" presId="urn:microsoft.com/office/officeart/2005/8/layout/list1"/>
    <dgm:cxn modelId="{A6D4AD65-4ED5-4D46-A172-B64EB98F60CE}" type="presParOf" srcId="{A27AE04F-7437-497A-A5D8-8AF53F68CAA4}" destId="{2CFFA873-941F-452A-8C46-62DAB176F2CB}" srcOrd="7" destOrd="0" presId="urn:microsoft.com/office/officeart/2005/8/layout/list1"/>
    <dgm:cxn modelId="{A7C76963-9594-44BB-A63A-ADACDBD050EA}" type="presParOf" srcId="{A27AE04F-7437-497A-A5D8-8AF53F68CAA4}" destId="{DFEF14FB-2A2A-482F-BBA0-BF47A185B35D}" srcOrd="8" destOrd="0" presId="urn:microsoft.com/office/officeart/2005/8/layout/list1"/>
    <dgm:cxn modelId="{770B647A-8D82-415F-9440-0819B808EBF2}" type="presParOf" srcId="{DFEF14FB-2A2A-482F-BBA0-BF47A185B35D}" destId="{74EF3BE7-EF8F-4391-AD03-F267D9C751A7}" srcOrd="0" destOrd="0" presId="urn:microsoft.com/office/officeart/2005/8/layout/list1"/>
    <dgm:cxn modelId="{201E0641-4631-4BB4-B711-D767A2CD3BC1}" type="presParOf" srcId="{DFEF14FB-2A2A-482F-BBA0-BF47A185B35D}" destId="{3C8DAF5A-E65B-42E5-99E7-B1BC2041CD95}" srcOrd="1" destOrd="0" presId="urn:microsoft.com/office/officeart/2005/8/layout/list1"/>
    <dgm:cxn modelId="{F70546E9-789A-4FB3-9189-187C31BABC04}" type="presParOf" srcId="{A27AE04F-7437-497A-A5D8-8AF53F68CAA4}" destId="{02BE0B89-120C-4399-A331-DDF80F4BF8CA}" srcOrd="9" destOrd="0" presId="urn:microsoft.com/office/officeart/2005/8/layout/list1"/>
    <dgm:cxn modelId="{E33DBEE6-449B-4D64-AD64-4AA6D2D17015}" type="presParOf" srcId="{A27AE04F-7437-497A-A5D8-8AF53F68CAA4}" destId="{C4863E05-C465-4758-9C78-D0D7A55C029C}" srcOrd="10" destOrd="0" presId="urn:microsoft.com/office/officeart/2005/8/layout/list1"/>
    <dgm:cxn modelId="{44EE7ACB-D14E-4C21-899F-07A3D8C2200D}" type="presParOf" srcId="{A27AE04F-7437-497A-A5D8-8AF53F68CAA4}" destId="{A544B2D2-8600-40BA-9938-D6C1B0BE9E64}" srcOrd="11" destOrd="0" presId="urn:microsoft.com/office/officeart/2005/8/layout/list1"/>
    <dgm:cxn modelId="{339D401A-26FE-43D1-BCE1-1BD40563177A}" type="presParOf" srcId="{A27AE04F-7437-497A-A5D8-8AF53F68CAA4}" destId="{163B68DD-D804-415D-A87C-BBE18AEE819D}" srcOrd="12" destOrd="0" presId="urn:microsoft.com/office/officeart/2005/8/layout/list1"/>
    <dgm:cxn modelId="{55175EA4-9C0B-46C9-846A-F1D7A2B38A64}" type="presParOf" srcId="{163B68DD-D804-415D-A87C-BBE18AEE819D}" destId="{CCD59423-9977-486E-AB2F-834436910EC1}" srcOrd="0" destOrd="0" presId="urn:microsoft.com/office/officeart/2005/8/layout/list1"/>
    <dgm:cxn modelId="{BCF83F92-F6C2-4ED0-80AF-CE77F7EF8CCB}" type="presParOf" srcId="{163B68DD-D804-415D-A87C-BBE18AEE819D}" destId="{66D0F1CA-B678-40A2-B041-28B7882E0D42}" srcOrd="1" destOrd="0" presId="urn:microsoft.com/office/officeart/2005/8/layout/list1"/>
    <dgm:cxn modelId="{A016E794-AFAC-45D3-BD4F-3C9E58990C66}" type="presParOf" srcId="{A27AE04F-7437-497A-A5D8-8AF53F68CAA4}" destId="{1270E2EB-F4ED-4E55-BF28-DE2E7B639936}" srcOrd="13" destOrd="0" presId="urn:microsoft.com/office/officeart/2005/8/layout/list1"/>
    <dgm:cxn modelId="{8A8792CA-93CB-4E41-A08D-F6A756E9A6A9}" type="presParOf" srcId="{A27AE04F-7437-497A-A5D8-8AF53F68CAA4}" destId="{A4D027A3-8229-4D13-AE98-A33948F7D870}" srcOrd="14" destOrd="0" presId="urn:microsoft.com/office/officeart/2005/8/layout/list1"/>
    <dgm:cxn modelId="{BC9C2EBD-A164-47FF-BDDC-7AEB2507F7E9}" type="presParOf" srcId="{A27AE04F-7437-497A-A5D8-8AF53F68CAA4}" destId="{E62DD36A-6BAA-4619-8DB4-21C235E8DE8C}" srcOrd="15" destOrd="0" presId="urn:microsoft.com/office/officeart/2005/8/layout/list1"/>
    <dgm:cxn modelId="{15C04FC1-BEF8-4E1B-870D-E804F113F331}" type="presParOf" srcId="{A27AE04F-7437-497A-A5D8-8AF53F68CAA4}" destId="{68935B4E-2E0B-43D6-99D3-3D85DD0D3018}" srcOrd="16" destOrd="0" presId="urn:microsoft.com/office/officeart/2005/8/layout/list1"/>
    <dgm:cxn modelId="{F98FCCBE-7A58-46D1-BC86-598AA6492E1D}" type="presParOf" srcId="{68935B4E-2E0B-43D6-99D3-3D85DD0D3018}" destId="{4425D7A9-3867-4EB0-9DCA-3AEA923E64AC}" srcOrd="0" destOrd="0" presId="urn:microsoft.com/office/officeart/2005/8/layout/list1"/>
    <dgm:cxn modelId="{C05CD47E-5C06-478C-A2AF-6CBB4F286830}" type="presParOf" srcId="{68935B4E-2E0B-43D6-99D3-3D85DD0D3018}" destId="{19BD3DF2-602E-4088-8B20-85690D0A939F}" srcOrd="1" destOrd="0" presId="urn:microsoft.com/office/officeart/2005/8/layout/list1"/>
    <dgm:cxn modelId="{44656964-7C06-4625-9459-62E100740376}" type="presParOf" srcId="{A27AE04F-7437-497A-A5D8-8AF53F68CAA4}" destId="{F3E95069-C5C3-482B-9CB3-A512D5F1FB78}" srcOrd="17" destOrd="0" presId="urn:microsoft.com/office/officeart/2005/8/layout/list1"/>
    <dgm:cxn modelId="{138B7AAC-A256-4BE7-A3A1-9EC2DAABF371}" type="presParOf" srcId="{A27AE04F-7437-497A-A5D8-8AF53F68CAA4}" destId="{3E66E075-4919-48FD-BC3D-809EBD9A944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298577-CBE8-4D0D-A742-A095DF79BB53}" type="doc">
      <dgm:prSet loTypeId="urn:microsoft.com/office/officeart/2005/8/layout/vList6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2ECE70E-8A01-4A88-B4E9-F97422364A24}">
      <dgm:prSet phldrT="[Text]" custT="1"/>
      <dgm:spPr/>
      <dgm:t>
        <a:bodyPr/>
        <a:lstStyle/>
        <a:p>
          <a:pPr>
            <a:buNone/>
          </a:pPr>
          <a:r>
            <a:rPr lang="en-IN" sz="2500" b="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The "Hallucination" &amp; Accuracy Hurdle</a:t>
          </a:r>
        </a:p>
      </dgm:t>
    </dgm:pt>
    <dgm:pt modelId="{1C659F16-0F66-4080-B6D5-9A4EA7E191D1}" type="parTrans" cxnId="{ED7DDED2-2EC4-4B5B-997A-A8CF922076A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ABB099-D3C0-4D1F-91D8-E60DF261EE3B}" type="sibTrans" cxnId="{ED7DDED2-2EC4-4B5B-997A-A8CF922076A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0149E4-296A-4486-8C5E-6CFA86B2982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AI-generated quizzes or doubt responses providing inaccurate or outdated GPSC information.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ED2748-F5EF-49F7-8830-ED8A657A26FB}" type="parTrans" cxnId="{BD15775B-62D7-43B9-BC4F-6A495F08D47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106B7F-2903-44E8-8332-BC81821D438E}" type="sibTrans" cxnId="{BD15775B-62D7-43B9-BC4F-6A495F08D473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C317A0-2C78-47A1-8586-60C9DD1645E6}">
      <dgm:prSet phldrT="[Text]" custT="1"/>
      <dgm:spPr/>
      <dgm:t>
        <a:bodyPr/>
        <a:lstStyle/>
        <a:p>
          <a:pPr>
            <a:buNone/>
          </a:pPr>
          <a:r>
            <a:rPr lang="en-IN" sz="2500" b="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Content Fragmentation &amp; Fatigue</a:t>
          </a:r>
        </a:p>
      </dgm:t>
    </dgm:pt>
    <dgm:pt modelId="{22C741BF-01BE-4943-BB4D-7735923E0DA7}" type="parTrans" cxnId="{E99BF996-FD53-4333-8055-461FAF5B369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30C20C-338C-4AFE-9C39-5651B0ADD001}" type="sibTrans" cxnId="{E99BF996-FD53-4333-8055-461FAF5B369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04A7A0-9221-4EC3-87D3-2AD9A5FAFC0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Students getting lost in thousands of disorganized PDFs and YouTube links.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8687BC-664D-4E88-9072-E68EAF33B567}" type="parTrans" cxnId="{76234985-C883-46AD-A773-CC409F2524D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DA2E7A-A6D2-40D6-9864-E8E3CBD4CC6E}" type="sibTrans" cxnId="{76234985-C883-46AD-A773-CC409F2524D6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96EE6-6E97-47EA-A3C7-0C280F4291D4}">
      <dgm:prSet custT="1"/>
      <dgm:spPr/>
      <dgm:t>
        <a:bodyPr/>
        <a:lstStyle/>
        <a:p>
          <a:pPr>
            <a:buNone/>
          </a:pPr>
          <a:r>
            <a:rPr lang="en-IN" sz="2500" b="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The Scaling Bottleneck</a:t>
          </a:r>
        </a:p>
      </dgm:t>
    </dgm:pt>
    <dgm:pt modelId="{2CBDD3D9-9342-4747-B29C-B1C07EC4F30D}" type="parTrans" cxnId="{CBD8099D-A2A0-45F8-B341-E171C037769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42A2B7-1B74-416B-B3B5-2966236818CA}" type="sibTrans" cxnId="{CBD8099D-A2A0-45F8-B341-E171C037769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9FEA2F-5C19-4C6D-8B53-91FE842624B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Difficulty in manually scheduling and tracking hundreds of 1-on-1 mock interviews.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E856E5-A153-4F24-B740-0260C83A317F}" type="parTrans" cxnId="{823009EC-EFC7-406A-A115-EB9919BD2C4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8ECD65-B3EC-4102-BA2B-4A3DFD05F072}" type="sibTrans" cxnId="{823009EC-EFC7-406A-A115-EB9919BD2C4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61A5D2-98D4-4253-8363-D8EC84B6AAD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Automated Session Orchestration. Integration with Google Meet and Calendar services to automate the booking lifecycle for Interviewers and Students</a:t>
          </a:r>
          <a:r>
            <a:rPr lang="en-US" sz="13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3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34B729-8D3A-4640-B5AD-29C5F76662F4}" type="parTrans" cxnId="{42F79C1C-A7D4-40AD-82B9-8CC7A50DACF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8655BB-7FFB-4D16-BC74-07C38D8BE966}" type="sibTrans" cxnId="{42F79C1C-A7D4-40AD-82B9-8CC7A50DACFE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4069C8-4285-43B0-BB71-9EDA68D7511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Curriculum Taxonomy Navigation. A structured asset graph that maps every video and document to a specific sub-topic in the Prelims or Mains syllabus.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11A415-0114-4498-B91E-638B297ADA0A}" type="parTrans" cxnId="{05ED14AD-9FFC-4B1B-A4D8-132CB57FF648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B532F2-4188-4273-A437-2ADCD6C02EE7}" type="sibTrans" cxnId="{05ED14AD-9FFC-4B1B-A4D8-132CB57FF648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94D663-400A-4785-9EEE-CA477C621E1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Expert-in-the-Loop Validation. All AI outputs are grounded in your specific PDF library and can be human-verified via the Expert Dashboard.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7820EA-6450-4412-8280-0C6E19103B27}" type="parTrans" cxnId="{8C2B062A-E6D3-445A-8063-113BF8E7E3E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1DABE4-EF95-4CB5-A368-EEED1637838F}" type="sibTrans" cxnId="{8C2B062A-E6D3-445A-8063-113BF8E7E3E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19ACD5-FA43-4ED4-9A4C-6CC3C51597ED}">
      <dgm:prSet custT="1"/>
      <dgm:spPr/>
      <dgm:t>
        <a:bodyPr/>
        <a:lstStyle/>
        <a:p>
          <a:pPr>
            <a:buNone/>
          </a:pPr>
          <a:r>
            <a:rPr lang="en-IN" sz="2500" b="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Security &amp; Role Integrity</a:t>
          </a:r>
        </a:p>
      </dgm:t>
    </dgm:pt>
    <dgm:pt modelId="{74EDBB8B-A281-48FD-A5A5-1A3EB8D2F04C}" type="parTrans" cxnId="{30EADC51-0CCD-4881-9ED8-D2585A0B730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AFFD9A-824D-4827-A302-5B8A8666D2A8}" type="sibTrans" cxnId="{30EADC51-0CCD-4881-9ED8-D2585A0B7309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5FADBB-9334-4E52-A83F-4367EF46111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Ensuring students cannot access "Expert-only" question banks or sensitive administrative analytics.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8A12BA-8E5F-4479-949F-17AE01783D47}" type="parTrans" cxnId="{9114755D-16FD-4573-B035-27B3D29B8E4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31845E-AF40-4FA1-A423-5E89399A8D1B}" type="sibTrans" cxnId="{9114755D-16FD-4573-B035-27B3D29B8E4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0B374F-6C4E-473E-89DD-C29135D87C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Granular IAM Implementation. Using Auth0/Firebase to enforce strict role-based access control (RBAC) across all four dashboard types.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7260E0-6C0C-4721-82E7-ABDF3FA5F208}" type="parTrans" cxnId="{F01EE601-F64F-416F-8403-05AA612027C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ED40B6-7872-4EF2-89FA-7DDA968BCC8C}" type="sibTrans" cxnId="{F01EE601-F64F-416F-8403-05AA612027C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B1EAC1-1398-4250-B890-D4C4AB89776F}">
      <dgm:prSet custT="1"/>
      <dgm:spPr/>
      <dgm:t>
        <a:bodyPr/>
        <a:lstStyle/>
        <a:p>
          <a:pPr>
            <a:buNone/>
          </a:pPr>
          <a:r>
            <a:rPr lang="en-IN" sz="2500" b="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Real-Time Pattern Evolution</a:t>
          </a:r>
        </a:p>
      </dgm:t>
    </dgm:pt>
    <dgm:pt modelId="{ED691DDC-AF35-44A9-A85E-FA621E788603}" type="parTrans" cxnId="{9873E627-59EC-40D8-8BD7-D34F55808A5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C88E14-C57F-4F94-A4D8-5AD889A76A05}" type="sibTrans" cxnId="{9873E627-59EC-40D8-8BD7-D34F55808A5C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3B8EB3-0D3C-4149-8ED0-5BD2D999ACB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: The GPSC exam pattern changes faster than static textbooks can be updated.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EDB5D5-8125-4393-893F-C306483B9E28}" type="parTrans" cxnId="{18E334BF-34C9-40EA-98BE-F945C44FE20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3687C9-BE1A-418A-B112-83293B99DC2A}" type="sibTrans" cxnId="{18E334BF-34C9-40EA-98BE-F945C44FE20D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C7F278-8562-43F2-8DAC-53D0AE6A373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i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Student Experience Crowdsourcing. A feedback loop where recent test-takers upload insights that the AI immediately processes into new practice materials.</a:t>
          </a:r>
          <a:endParaRPr lang="en-IN" sz="13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A9639C-7612-4C2B-A35E-77E1440369E5}" type="parTrans" cxnId="{1F36FEF9-9E72-4613-A6C6-323B9F0C32A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383D6E-FF69-495E-ADB2-480B982670C9}" type="sibTrans" cxnId="{1F36FEF9-9E72-4613-A6C6-323B9F0C32A2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365098-8B45-413A-90F1-69EA6F93DFAA}" type="pres">
      <dgm:prSet presAssocID="{15298577-CBE8-4D0D-A742-A095DF79BB53}" presName="Name0" presStyleCnt="0">
        <dgm:presLayoutVars>
          <dgm:dir/>
          <dgm:animLvl val="lvl"/>
          <dgm:resizeHandles/>
        </dgm:presLayoutVars>
      </dgm:prSet>
      <dgm:spPr/>
    </dgm:pt>
    <dgm:pt modelId="{D55E8272-DA39-43FC-BDB3-EAAF49C24C9E}" type="pres">
      <dgm:prSet presAssocID="{E2ECE70E-8A01-4A88-B4E9-F97422364A24}" presName="linNode" presStyleCnt="0"/>
      <dgm:spPr/>
    </dgm:pt>
    <dgm:pt modelId="{FA1E13C6-3FA5-4FAD-B8AB-2337F21BBAFA}" type="pres">
      <dgm:prSet presAssocID="{E2ECE70E-8A01-4A88-B4E9-F97422364A24}" presName="parentShp" presStyleLbl="node1" presStyleIdx="0" presStyleCnt="5">
        <dgm:presLayoutVars>
          <dgm:bulletEnabled val="1"/>
        </dgm:presLayoutVars>
      </dgm:prSet>
      <dgm:spPr/>
    </dgm:pt>
    <dgm:pt modelId="{B044405F-D044-4C2F-8E22-9C9EC96AC7E7}" type="pres">
      <dgm:prSet presAssocID="{E2ECE70E-8A01-4A88-B4E9-F97422364A24}" presName="childShp" presStyleLbl="bgAccFollowNode1" presStyleIdx="0" presStyleCnt="5" custScaleX="118530">
        <dgm:presLayoutVars>
          <dgm:bulletEnabled val="1"/>
        </dgm:presLayoutVars>
      </dgm:prSet>
      <dgm:spPr/>
    </dgm:pt>
    <dgm:pt modelId="{E5F4460F-3030-4091-8BE8-93A080ECA320}" type="pres">
      <dgm:prSet presAssocID="{F6ABB099-D3C0-4D1F-91D8-E60DF261EE3B}" presName="spacing" presStyleCnt="0"/>
      <dgm:spPr/>
    </dgm:pt>
    <dgm:pt modelId="{42A398F7-8B3E-4B10-8A61-563A96BE2DA4}" type="pres">
      <dgm:prSet presAssocID="{E2C317A0-2C78-47A1-8586-60C9DD1645E6}" presName="linNode" presStyleCnt="0"/>
      <dgm:spPr/>
    </dgm:pt>
    <dgm:pt modelId="{37FAD876-1454-4309-8ACF-357B0707B2DB}" type="pres">
      <dgm:prSet presAssocID="{E2C317A0-2C78-47A1-8586-60C9DD1645E6}" presName="parentShp" presStyleLbl="node1" presStyleIdx="1" presStyleCnt="5" custScaleX="100433" custLinFactNeighborX="-151">
        <dgm:presLayoutVars>
          <dgm:bulletEnabled val="1"/>
        </dgm:presLayoutVars>
      </dgm:prSet>
      <dgm:spPr/>
    </dgm:pt>
    <dgm:pt modelId="{0096B695-53FD-4E3C-B919-77F21E3FF054}" type="pres">
      <dgm:prSet presAssocID="{E2C317A0-2C78-47A1-8586-60C9DD1645E6}" presName="childShp" presStyleLbl="bgAccFollowNode1" presStyleIdx="1" presStyleCnt="5" custScaleX="118814">
        <dgm:presLayoutVars>
          <dgm:bulletEnabled val="1"/>
        </dgm:presLayoutVars>
      </dgm:prSet>
      <dgm:spPr/>
    </dgm:pt>
    <dgm:pt modelId="{947EFBF8-A0CE-4C88-9A4F-F71F132B8098}" type="pres">
      <dgm:prSet presAssocID="{BD30C20C-338C-4AFE-9C39-5651B0ADD001}" presName="spacing" presStyleCnt="0"/>
      <dgm:spPr/>
    </dgm:pt>
    <dgm:pt modelId="{E899239C-3AFF-4DE9-8EE3-1503DC6AEA2F}" type="pres">
      <dgm:prSet presAssocID="{76396EE6-6E97-47EA-A3C7-0C280F4291D4}" presName="linNode" presStyleCnt="0"/>
      <dgm:spPr/>
    </dgm:pt>
    <dgm:pt modelId="{8F3160A0-1BB4-44B4-8440-3AD4F313B554}" type="pres">
      <dgm:prSet presAssocID="{76396EE6-6E97-47EA-A3C7-0C280F4291D4}" presName="parentShp" presStyleLbl="node1" presStyleIdx="2" presStyleCnt="5">
        <dgm:presLayoutVars>
          <dgm:bulletEnabled val="1"/>
        </dgm:presLayoutVars>
      </dgm:prSet>
      <dgm:spPr/>
    </dgm:pt>
    <dgm:pt modelId="{A9B2B620-C47A-464B-85DA-7C8E19508EB8}" type="pres">
      <dgm:prSet presAssocID="{76396EE6-6E97-47EA-A3C7-0C280F4291D4}" presName="childShp" presStyleLbl="bgAccFollowNode1" presStyleIdx="2" presStyleCnt="5" custScaleX="118252">
        <dgm:presLayoutVars>
          <dgm:bulletEnabled val="1"/>
        </dgm:presLayoutVars>
      </dgm:prSet>
      <dgm:spPr/>
    </dgm:pt>
    <dgm:pt modelId="{A5D9F096-5883-48CA-B65F-D5492FE92B04}" type="pres">
      <dgm:prSet presAssocID="{6F42A2B7-1B74-416B-B3B5-2966236818CA}" presName="spacing" presStyleCnt="0"/>
      <dgm:spPr/>
    </dgm:pt>
    <dgm:pt modelId="{D2530BDA-4B14-4F11-AC02-F37E43FC27E1}" type="pres">
      <dgm:prSet presAssocID="{7619ACD5-FA43-4ED4-9A4C-6CC3C51597ED}" presName="linNode" presStyleCnt="0"/>
      <dgm:spPr/>
    </dgm:pt>
    <dgm:pt modelId="{15963716-6DAF-4388-A2BF-87B16D06400B}" type="pres">
      <dgm:prSet presAssocID="{7619ACD5-FA43-4ED4-9A4C-6CC3C51597ED}" presName="parentShp" presStyleLbl="node1" presStyleIdx="3" presStyleCnt="5">
        <dgm:presLayoutVars>
          <dgm:bulletEnabled val="1"/>
        </dgm:presLayoutVars>
      </dgm:prSet>
      <dgm:spPr/>
    </dgm:pt>
    <dgm:pt modelId="{DB51496D-FB2A-4A3D-AB72-40782E39F15B}" type="pres">
      <dgm:prSet presAssocID="{7619ACD5-FA43-4ED4-9A4C-6CC3C51597ED}" presName="childShp" presStyleLbl="bgAccFollowNode1" presStyleIdx="3" presStyleCnt="5" custScaleX="117256">
        <dgm:presLayoutVars>
          <dgm:bulletEnabled val="1"/>
        </dgm:presLayoutVars>
      </dgm:prSet>
      <dgm:spPr/>
    </dgm:pt>
    <dgm:pt modelId="{69A94116-52AC-4A46-9F81-30F695400702}" type="pres">
      <dgm:prSet presAssocID="{76AFFD9A-824D-4827-A302-5B8A8666D2A8}" presName="spacing" presStyleCnt="0"/>
      <dgm:spPr/>
    </dgm:pt>
    <dgm:pt modelId="{7C2A7088-BD41-48B1-95ED-97B3C4FA5041}" type="pres">
      <dgm:prSet presAssocID="{D5B1EAC1-1398-4250-B890-D4C4AB89776F}" presName="linNode" presStyleCnt="0"/>
      <dgm:spPr/>
    </dgm:pt>
    <dgm:pt modelId="{E3624898-D60D-4561-8D1F-CDDC1295DFD4}" type="pres">
      <dgm:prSet presAssocID="{D5B1EAC1-1398-4250-B890-D4C4AB89776F}" presName="parentShp" presStyleLbl="node1" presStyleIdx="4" presStyleCnt="5">
        <dgm:presLayoutVars>
          <dgm:bulletEnabled val="1"/>
        </dgm:presLayoutVars>
      </dgm:prSet>
      <dgm:spPr/>
    </dgm:pt>
    <dgm:pt modelId="{143D30B4-483D-49A1-A13F-6BDA4543B6B7}" type="pres">
      <dgm:prSet presAssocID="{D5B1EAC1-1398-4250-B890-D4C4AB89776F}" presName="childShp" presStyleLbl="bgAccFollowNode1" presStyleIdx="4" presStyleCnt="5" custScaleX="117111" custLinFactNeighborY="1083">
        <dgm:presLayoutVars>
          <dgm:bulletEnabled val="1"/>
        </dgm:presLayoutVars>
      </dgm:prSet>
      <dgm:spPr/>
    </dgm:pt>
  </dgm:ptLst>
  <dgm:cxnLst>
    <dgm:cxn modelId="{F01EE601-F64F-416F-8403-05AA612027CD}" srcId="{7619ACD5-FA43-4ED4-9A4C-6CC3C51597ED}" destId="{0E0B374F-6C4E-473E-89DD-C29135D87C7E}" srcOrd="1" destOrd="0" parTransId="{107260E0-6C0C-4721-82E7-ABDF3FA5F208}" sibTransId="{39ED40B6-7872-4EF2-89FA-7DDA968BCC8C}"/>
    <dgm:cxn modelId="{5727930F-472C-4C0D-902D-AC716D2C21FF}" type="presOf" srcId="{0E0B374F-6C4E-473E-89DD-C29135D87C7E}" destId="{DB51496D-FB2A-4A3D-AB72-40782E39F15B}" srcOrd="0" destOrd="1" presId="urn:microsoft.com/office/officeart/2005/8/layout/vList6"/>
    <dgm:cxn modelId="{9B386613-78CB-48C7-9E1B-1EE9BD0E1E02}" type="presOf" srcId="{D5B1EAC1-1398-4250-B890-D4C4AB89776F}" destId="{E3624898-D60D-4561-8D1F-CDDC1295DFD4}" srcOrd="0" destOrd="0" presId="urn:microsoft.com/office/officeart/2005/8/layout/vList6"/>
    <dgm:cxn modelId="{42F79C1C-A7D4-40AD-82B9-8CC7A50DACFE}" srcId="{76396EE6-6E97-47EA-A3C7-0C280F4291D4}" destId="{0961A5D2-98D4-4253-8363-D8EC84B6AAD7}" srcOrd="1" destOrd="0" parTransId="{0E34B729-8D3A-4640-B5AD-29C5F76662F4}" sibTransId="{A28655BB-7FFB-4D16-BC74-07C38D8BE966}"/>
    <dgm:cxn modelId="{CF047C20-C4FF-45BC-8785-318C19F8DBF5}" type="presOf" srcId="{0A04A7A0-9221-4EC3-87D3-2AD9A5FAFC01}" destId="{0096B695-53FD-4E3C-B919-77F21E3FF054}" srcOrd="0" destOrd="0" presId="urn:microsoft.com/office/officeart/2005/8/layout/vList6"/>
    <dgm:cxn modelId="{9873E627-59EC-40D8-8BD7-D34F55808A5C}" srcId="{15298577-CBE8-4D0D-A742-A095DF79BB53}" destId="{D5B1EAC1-1398-4250-B890-D4C4AB89776F}" srcOrd="4" destOrd="0" parTransId="{ED691DDC-AF35-44A9-A85E-FA621E788603}" sibTransId="{7CC88E14-C57F-4F94-A4D8-5AD889A76A05}"/>
    <dgm:cxn modelId="{8C2B062A-E6D3-445A-8063-113BF8E7E3EB}" srcId="{E2ECE70E-8A01-4A88-B4E9-F97422364A24}" destId="{2594D663-400A-4785-9EEE-CA477C621E1B}" srcOrd="1" destOrd="0" parTransId="{DB7820EA-6450-4412-8280-0C6E19103B27}" sibTransId="{7E1DABE4-EF95-4CB5-A368-EEED1637838F}"/>
    <dgm:cxn modelId="{BD15775B-62D7-43B9-BC4F-6A495F08D473}" srcId="{E2ECE70E-8A01-4A88-B4E9-F97422364A24}" destId="{680149E4-296A-4486-8C5E-6CFA86B2982B}" srcOrd="0" destOrd="0" parTransId="{44ED2748-F5EF-49F7-8830-ED8A657A26FB}" sibTransId="{C5106B7F-2903-44E8-8332-BC81821D438E}"/>
    <dgm:cxn modelId="{9114755D-16FD-4573-B035-27B3D29B8E41}" srcId="{7619ACD5-FA43-4ED4-9A4C-6CC3C51597ED}" destId="{CE5FADBB-9334-4E52-A83F-4367EF461110}" srcOrd="0" destOrd="0" parTransId="{A38A12BA-8E5F-4479-949F-17AE01783D47}" sibTransId="{F831845E-AF40-4FA1-A423-5E89399A8D1B}"/>
    <dgm:cxn modelId="{C1932942-44AF-4797-AA4D-9B06449F73E9}" type="presOf" srcId="{2594D663-400A-4785-9EEE-CA477C621E1B}" destId="{B044405F-D044-4C2F-8E22-9C9EC96AC7E7}" srcOrd="0" destOrd="1" presId="urn:microsoft.com/office/officeart/2005/8/layout/vList6"/>
    <dgm:cxn modelId="{62F3A749-0493-48D2-8623-FE6E53BB9669}" type="presOf" srcId="{0961A5D2-98D4-4253-8363-D8EC84B6AAD7}" destId="{A9B2B620-C47A-464B-85DA-7C8E19508EB8}" srcOrd="0" destOrd="1" presId="urn:microsoft.com/office/officeart/2005/8/layout/vList6"/>
    <dgm:cxn modelId="{04E9ED69-BC42-426B-A958-2876759D5A17}" type="presOf" srcId="{353B8EB3-0D3C-4149-8ED0-5BD2D999ACB3}" destId="{143D30B4-483D-49A1-A13F-6BDA4543B6B7}" srcOrd="0" destOrd="0" presId="urn:microsoft.com/office/officeart/2005/8/layout/vList6"/>
    <dgm:cxn modelId="{30EADC51-0CCD-4881-9ED8-D2585A0B7309}" srcId="{15298577-CBE8-4D0D-A742-A095DF79BB53}" destId="{7619ACD5-FA43-4ED4-9A4C-6CC3C51597ED}" srcOrd="3" destOrd="0" parTransId="{74EDBB8B-A281-48FD-A5A5-1A3EB8D2F04C}" sibTransId="{76AFFD9A-824D-4827-A302-5B8A8666D2A8}"/>
    <dgm:cxn modelId="{AA7AC055-CD37-4CD8-B373-E1F7E025EAF7}" type="presOf" srcId="{F04069C8-4285-43B0-BB71-9EDA68D7511B}" destId="{0096B695-53FD-4E3C-B919-77F21E3FF054}" srcOrd="0" destOrd="1" presId="urn:microsoft.com/office/officeart/2005/8/layout/vList6"/>
    <dgm:cxn modelId="{C572F356-EB9B-4423-A9D6-817EBAB46598}" type="presOf" srcId="{15298577-CBE8-4D0D-A742-A095DF79BB53}" destId="{26365098-8B45-413A-90F1-69EA6F93DFAA}" srcOrd="0" destOrd="0" presId="urn:microsoft.com/office/officeart/2005/8/layout/vList6"/>
    <dgm:cxn modelId="{76234985-C883-46AD-A773-CC409F2524D6}" srcId="{E2C317A0-2C78-47A1-8586-60C9DD1645E6}" destId="{0A04A7A0-9221-4EC3-87D3-2AD9A5FAFC01}" srcOrd="0" destOrd="0" parTransId="{278687BC-664D-4E88-9072-E68EAF33B567}" sibTransId="{B5DA2E7A-A6D2-40D6-9864-E8E3CBD4CC6E}"/>
    <dgm:cxn modelId="{5BC11A89-A69D-4F15-BD79-C7A8B20D6CCF}" type="presOf" srcId="{76396EE6-6E97-47EA-A3C7-0C280F4291D4}" destId="{8F3160A0-1BB4-44B4-8440-3AD4F313B554}" srcOrd="0" destOrd="0" presId="urn:microsoft.com/office/officeart/2005/8/layout/vList6"/>
    <dgm:cxn modelId="{26C80694-98D7-41D9-A182-615C909386FD}" type="presOf" srcId="{91C7F278-8562-43F2-8DAC-53D0AE6A3737}" destId="{143D30B4-483D-49A1-A13F-6BDA4543B6B7}" srcOrd="0" destOrd="1" presId="urn:microsoft.com/office/officeart/2005/8/layout/vList6"/>
    <dgm:cxn modelId="{E99BF996-FD53-4333-8055-461FAF5B3691}" srcId="{15298577-CBE8-4D0D-A742-A095DF79BB53}" destId="{E2C317A0-2C78-47A1-8586-60C9DD1645E6}" srcOrd="1" destOrd="0" parTransId="{22C741BF-01BE-4943-BB4D-7735923E0DA7}" sibTransId="{BD30C20C-338C-4AFE-9C39-5651B0ADD001}"/>
    <dgm:cxn modelId="{CBD8099D-A2A0-45F8-B341-E171C037769C}" srcId="{15298577-CBE8-4D0D-A742-A095DF79BB53}" destId="{76396EE6-6E97-47EA-A3C7-0C280F4291D4}" srcOrd="2" destOrd="0" parTransId="{2CBDD3D9-9342-4747-B29C-B1C07EC4F30D}" sibTransId="{6F42A2B7-1B74-416B-B3B5-2966236818CA}"/>
    <dgm:cxn modelId="{05ED14AD-9FFC-4B1B-A4D8-132CB57FF648}" srcId="{E2C317A0-2C78-47A1-8586-60C9DD1645E6}" destId="{F04069C8-4285-43B0-BB71-9EDA68D7511B}" srcOrd="1" destOrd="0" parTransId="{A911A415-0114-4498-B91E-638B297ADA0A}" sibTransId="{B3B532F2-4188-4273-A437-2ADCD6C02EE7}"/>
    <dgm:cxn modelId="{18E334BF-34C9-40EA-98BE-F945C44FE20D}" srcId="{D5B1EAC1-1398-4250-B890-D4C4AB89776F}" destId="{353B8EB3-0D3C-4149-8ED0-5BD2D999ACB3}" srcOrd="0" destOrd="0" parTransId="{78EDB5D5-8125-4393-893F-C306483B9E28}" sibTransId="{7B3687C9-BE1A-418A-B112-83293B99DC2A}"/>
    <dgm:cxn modelId="{0C2256C0-A8F8-4478-B0AB-907368CC4C43}" type="presOf" srcId="{CE5FADBB-9334-4E52-A83F-4367EF461110}" destId="{DB51496D-FB2A-4A3D-AB72-40782E39F15B}" srcOrd="0" destOrd="0" presId="urn:microsoft.com/office/officeart/2005/8/layout/vList6"/>
    <dgm:cxn modelId="{D7AE0BC2-4124-4A3F-8883-1BE4E0B46F5F}" type="presOf" srcId="{E29FEA2F-5C19-4C6D-8B53-91FE842624B8}" destId="{A9B2B620-C47A-464B-85DA-7C8E19508EB8}" srcOrd="0" destOrd="0" presId="urn:microsoft.com/office/officeart/2005/8/layout/vList6"/>
    <dgm:cxn modelId="{B43DD5C5-C577-447E-B733-E73543022DEA}" type="presOf" srcId="{680149E4-296A-4486-8C5E-6CFA86B2982B}" destId="{B044405F-D044-4C2F-8E22-9C9EC96AC7E7}" srcOrd="0" destOrd="0" presId="urn:microsoft.com/office/officeart/2005/8/layout/vList6"/>
    <dgm:cxn modelId="{983354C8-7BE8-4064-8149-35CD16BF4B4F}" type="presOf" srcId="{E2ECE70E-8A01-4A88-B4E9-F97422364A24}" destId="{FA1E13C6-3FA5-4FAD-B8AB-2337F21BBAFA}" srcOrd="0" destOrd="0" presId="urn:microsoft.com/office/officeart/2005/8/layout/vList6"/>
    <dgm:cxn modelId="{ED7DDED2-2EC4-4B5B-997A-A8CF922076AD}" srcId="{15298577-CBE8-4D0D-A742-A095DF79BB53}" destId="{E2ECE70E-8A01-4A88-B4E9-F97422364A24}" srcOrd="0" destOrd="0" parTransId="{1C659F16-0F66-4080-B6D5-9A4EA7E191D1}" sibTransId="{F6ABB099-D3C0-4D1F-91D8-E60DF261EE3B}"/>
    <dgm:cxn modelId="{0B605EE2-F840-46DB-AE3D-36561E4ED857}" type="presOf" srcId="{E2C317A0-2C78-47A1-8586-60C9DD1645E6}" destId="{37FAD876-1454-4309-8ACF-357B0707B2DB}" srcOrd="0" destOrd="0" presId="urn:microsoft.com/office/officeart/2005/8/layout/vList6"/>
    <dgm:cxn modelId="{823009EC-EFC7-406A-A115-EB9919BD2C49}" srcId="{76396EE6-6E97-47EA-A3C7-0C280F4291D4}" destId="{E29FEA2F-5C19-4C6D-8B53-91FE842624B8}" srcOrd="0" destOrd="0" parTransId="{E0E856E5-A153-4F24-B740-0260C83A317F}" sibTransId="{648ECD65-B3EC-4102-BA2B-4A3DFD05F072}"/>
    <dgm:cxn modelId="{431508F4-69A3-4E91-8716-B098644BAD55}" type="presOf" srcId="{7619ACD5-FA43-4ED4-9A4C-6CC3C51597ED}" destId="{15963716-6DAF-4388-A2BF-87B16D06400B}" srcOrd="0" destOrd="0" presId="urn:microsoft.com/office/officeart/2005/8/layout/vList6"/>
    <dgm:cxn modelId="{1F36FEF9-9E72-4613-A6C6-323B9F0C32A2}" srcId="{D5B1EAC1-1398-4250-B890-D4C4AB89776F}" destId="{91C7F278-8562-43F2-8DAC-53D0AE6A3737}" srcOrd="1" destOrd="0" parTransId="{C7A9639C-7612-4C2B-A35E-77E1440369E5}" sibTransId="{CF383D6E-FF69-495E-ADB2-480B982670C9}"/>
    <dgm:cxn modelId="{AF0021E1-37E2-4A7D-8B93-9D38C0F41E2F}" type="presParOf" srcId="{26365098-8B45-413A-90F1-69EA6F93DFAA}" destId="{D55E8272-DA39-43FC-BDB3-EAAF49C24C9E}" srcOrd="0" destOrd="0" presId="urn:microsoft.com/office/officeart/2005/8/layout/vList6"/>
    <dgm:cxn modelId="{B00A543D-633A-4F41-B54C-ADB497043676}" type="presParOf" srcId="{D55E8272-DA39-43FC-BDB3-EAAF49C24C9E}" destId="{FA1E13C6-3FA5-4FAD-B8AB-2337F21BBAFA}" srcOrd="0" destOrd="0" presId="urn:microsoft.com/office/officeart/2005/8/layout/vList6"/>
    <dgm:cxn modelId="{6E7CD3F8-586E-46B1-AF8A-B7FDCEB01E69}" type="presParOf" srcId="{D55E8272-DA39-43FC-BDB3-EAAF49C24C9E}" destId="{B044405F-D044-4C2F-8E22-9C9EC96AC7E7}" srcOrd="1" destOrd="0" presId="urn:microsoft.com/office/officeart/2005/8/layout/vList6"/>
    <dgm:cxn modelId="{7CE75DFA-69CF-4408-8073-6D2535DCCCB1}" type="presParOf" srcId="{26365098-8B45-413A-90F1-69EA6F93DFAA}" destId="{E5F4460F-3030-4091-8BE8-93A080ECA320}" srcOrd="1" destOrd="0" presId="urn:microsoft.com/office/officeart/2005/8/layout/vList6"/>
    <dgm:cxn modelId="{7155275E-5322-4AA9-A23D-71E8E205AC10}" type="presParOf" srcId="{26365098-8B45-413A-90F1-69EA6F93DFAA}" destId="{42A398F7-8B3E-4B10-8A61-563A96BE2DA4}" srcOrd="2" destOrd="0" presId="urn:microsoft.com/office/officeart/2005/8/layout/vList6"/>
    <dgm:cxn modelId="{C05E33D2-E9BE-49DE-947E-27DB6A884249}" type="presParOf" srcId="{42A398F7-8B3E-4B10-8A61-563A96BE2DA4}" destId="{37FAD876-1454-4309-8ACF-357B0707B2DB}" srcOrd="0" destOrd="0" presId="urn:microsoft.com/office/officeart/2005/8/layout/vList6"/>
    <dgm:cxn modelId="{AD35C5CC-D268-43FD-8A88-90DC23FE1170}" type="presParOf" srcId="{42A398F7-8B3E-4B10-8A61-563A96BE2DA4}" destId="{0096B695-53FD-4E3C-B919-77F21E3FF054}" srcOrd="1" destOrd="0" presId="urn:microsoft.com/office/officeart/2005/8/layout/vList6"/>
    <dgm:cxn modelId="{035EE295-D867-4F83-91C5-4955C5555189}" type="presParOf" srcId="{26365098-8B45-413A-90F1-69EA6F93DFAA}" destId="{947EFBF8-A0CE-4C88-9A4F-F71F132B8098}" srcOrd="3" destOrd="0" presId="urn:microsoft.com/office/officeart/2005/8/layout/vList6"/>
    <dgm:cxn modelId="{12ECEB7D-3FD4-4AC7-89D1-C022FC931276}" type="presParOf" srcId="{26365098-8B45-413A-90F1-69EA6F93DFAA}" destId="{E899239C-3AFF-4DE9-8EE3-1503DC6AEA2F}" srcOrd="4" destOrd="0" presId="urn:microsoft.com/office/officeart/2005/8/layout/vList6"/>
    <dgm:cxn modelId="{DCE50CFA-E98D-45A5-983C-2CBA2CAC78A7}" type="presParOf" srcId="{E899239C-3AFF-4DE9-8EE3-1503DC6AEA2F}" destId="{8F3160A0-1BB4-44B4-8440-3AD4F313B554}" srcOrd="0" destOrd="0" presId="urn:microsoft.com/office/officeart/2005/8/layout/vList6"/>
    <dgm:cxn modelId="{90D1FA20-62BD-47A0-9ACE-08A7165EF0BB}" type="presParOf" srcId="{E899239C-3AFF-4DE9-8EE3-1503DC6AEA2F}" destId="{A9B2B620-C47A-464B-85DA-7C8E19508EB8}" srcOrd="1" destOrd="0" presId="urn:microsoft.com/office/officeart/2005/8/layout/vList6"/>
    <dgm:cxn modelId="{B8B5E23A-5671-4CC9-B3AF-10375CDF204A}" type="presParOf" srcId="{26365098-8B45-413A-90F1-69EA6F93DFAA}" destId="{A5D9F096-5883-48CA-B65F-D5492FE92B04}" srcOrd="5" destOrd="0" presId="urn:microsoft.com/office/officeart/2005/8/layout/vList6"/>
    <dgm:cxn modelId="{F585D778-8878-42D8-B3A3-F33F32DF569A}" type="presParOf" srcId="{26365098-8B45-413A-90F1-69EA6F93DFAA}" destId="{D2530BDA-4B14-4F11-AC02-F37E43FC27E1}" srcOrd="6" destOrd="0" presId="urn:microsoft.com/office/officeart/2005/8/layout/vList6"/>
    <dgm:cxn modelId="{B4616BA3-E42E-4868-927A-F2A632C1B0CA}" type="presParOf" srcId="{D2530BDA-4B14-4F11-AC02-F37E43FC27E1}" destId="{15963716-6DAF-4388-A2BF-87B16D06400B}" srcOrd="0" destOrd="0" presId="urn:microsoft.com/office/officeart/2005/8/layout/vList6"/>
    <dgm:cxn modelId="{5B77A7C7-38FF-413C-8322-43CA2B31CD1B}" type="presParOf" srcId="{D2530BDA-4B14-4F11-AC02-F37E43FC27E1}" destId="{DB51496D-FB2A-4A3D-AB72-40782E39F15B}" srcOrd="1" destOrd="0" presId="urn:microsoft.com/office/officeart/2005/8/layout/vList6"/>
    <dgm:cxn modelId="{7AF9497C-9775-4236-B72B-0185995CD1B6}" type="presParOf" srcId="{26365098-8B45-413A-90F1-69EA6F93DFAA}" destId="{69A94116-52AC-4A46-9F81-30F695400702}" srcOrd="7" destOrd="0" presId="urn:microsoft.com/office/officeart/2005/8/layout/vList6"/>
    <dgm:cxn modelId="{880015F8-3A6C-417D-BF3F-2C011A13FC08}" type="presParOf" srcId="{26365098-8B45-413A-90F1-69EA6F93DFAA}" destId="{7C2A7088-BD41-48B1-95ED-97B3C4FA5041}" srcOrd="8" destOrd="0" presId="urn:microsoft.com/office/officeart/2005/8/layout/vList6"/>
    <dgm:cxn modelId="{D59B2530-0147-4825-87FA-207C3FAC105B}" type="presParOf" srcId="{7C2A7088-BD41-48B1-95ED-97B3C4FA5041}" destId="{E3624898-D60D-4561-8D1F-CDDC1295DFD4}" srcOrd="0" destOrd="0" presId="urn:microsoft.com/office/officeart/2005/8/layout/vList6"/>
    <dgm:cxn modelId="{09484F15-582F-4670-9373-4B92126F47FF}" type="presParOf" srcId="{7C2A7088-BD41-48B1-95ED-97B3C4FA5041}" destId="{143D30B4-483D-49A1-A13F-6BDA4543B6B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B9921C-56BB-494B-94A5-1E4581925EC1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0_3" csCatId="mainScheme" phldr="1"/>
      <dgm:spPr/>
    </dgm:pt>
    <dgm:pt modelId="{E208D826-0429-46A7-A6FE-2C32B1FA7B0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Thank you</a:t>
          </a:r>
        </a:p>
      </dgm:t>
    </dgm:pt>
    <dgm:pt modelId="{B70D9AC4-B420-41D6-8730-FCB33E0F0401}" type="parTrans" cxnId="{E1321247-B59F-4526-A827-973DBE2866FB}">
      <dgm:prSet/>
      <dgm:spPr/>
      <dgm:t>
        <a:bodyPr/>
        <a:lstStyle/>
        <a:p>
          <a:endParaRPr lang="en-US"/>
        </a:p>
      </dgm:t>
    </dgm:pt>
    <dgm:pt modelId="{7256927D-4E33-43D6-A3F7-3160258584EB}" type="sibTrans" cxnId="{E1321247-B59F-4526-A827-973DBE2866FB}">
      <dgm:prSet/>
      <dgm:spPr/>
      <dgm:t>
        <a:bodyPr/>
        <a:lstStyle/>
        <a:p>
          <a:endParaRPr lang="en-US"/>
        </a:p>
      </dgm:t>
    </dgm:pt>
    <dgm:pt modelId="{302A85B7-C141-4721-B6BC-647D51D59072}" type="pres">
      <dgm:prSet presAssocID="{B9B9921C-56BB-494B-94A5-1E4581925EC1}" presName="Name0" presStyleCnt="0">
        <dgm:presLayoutVars>
          <dgm:dir/>
          <dgm:animOne val="branch"/>
          <dgm:animLvl val="lvl"/>
        </dgm:presLayoutVars>
      </dgm:prSet>
      <dgm:spPr/>
    </dgm:pt>
    <dgm:pt modelId="{66F40B6C-1417-408C-82CC-C2DF82EDBF7C}" type="pres">
      <dgm:prSet presAssocID="{E208D826-0429-46A7-A6FE-2C32B1FA7B05}" presName="chaos" presStyleCnt="0"/>
      <dgm:spPr/>
    </dgm:pt>
    <dgm:pt modelId="{E37B44BD-96C3-484F-BA2A-C895E7ADEF5E}" type="pres">
      <dgm:prSet presAssocID="{E208D826-0429-46A7-A6FE-2C32B1FA7B05}" presName="parTx1" presStyleLbl="revTx" presStyleIdx="0" presStyleCnt="1"/>
      <dgm:spPr/>
    </dgm:pt>
    <dgm:pt modelId="{CA6C2672-F9AC-433B-9CEC-D22256566459}" type="pres">
      <dgm:prSet presAssocID="{E208D826-0429-46A7-A6FE-2C32B1FA7B05}" presName="c1" presStyleLbl="node1" presStyleIdx="0" presStyleCnt="18"/>
      <dgm:spPr/>
    </dgm:pt>
    <dgm:pt modelId="{08081B34-CA77-44C4-878A-1BA6B9D65123}" type="pres">
      <dgm:prSet presAssocID="{E208D826-0429-46A7-A6FE-2C32B1FA7B05}" presName="c2" presStyleLbl="node1" presStyleIdx="1" presStyleCnt="18"/>
      <dgm:spPr/>
    </dgm:pt>
    <dgm:pt modelId="{254725DC-5561-4548-AC21-E4B2D9B64353}" type="pres">
      <dgm:prSet presAssocID="{E208D826-0429-46A7-A6FE-2C32B1FA7B05}" presName="c3" presStyleLbl="node1" presStyleIdx="2" presStyleCnt="18"/>
      <dgm:spPr/>
    </dgm:pt>
    <dgm:pt modelId="{F49FCECF-5200-413B-9ADD-3964518F6DF2}" type="pres">
      <dgm:prSet presAssocID="{E208D826-0429-46A7-A6FE-2C32B1FA7B05}" presName="c4" presStyleLbl="node1" presStyleIdx="3" presStyleCnt="18"/>
      <dgm:spPr/>
    </dgm:pt>
    <dgm:pt modelId="{8FD14C39-91EC-4118-933F-2878C6203B51}" type="pres">
      <dgm:prSet presAssocID="{E208D826-0429-46A7-A6FE-2C32B1FA7B05}" presName="c5" presStyleLbl="node1" presStyleIdx="4" presStyleCnt="18"/>
      <dgm:spPr/>
    </dgm:pt>
    <dgm:pt modelId="{00E714DD-A75D-411D-9EF1-668754CB1D76}" type="pres">
      <dgm:prSet presAssocID="{E208D826-0429-46A7-A6FE-2C32B1FA7B05}" presName="c6" presStyleLbl="node1" presStyleIdx="5" presStyleCnt="18"/>
      <dgm:spPr/>
    </dgm:pt>
    <dgm:pt modelId="{1035F763-281E-4378-A8A7-ACB9EB90DAEE}" type="pres">
      <dgm:prSet presAssocID="{E208D826-0429-46A7-A6FE-2C32B1FA7B05}" presName="c7" presStyleLbl="node1" presStyleIdx="6" presStyleCnt="18"/>
      <dgm:spPr/>
    </dgm:pt>
    <dgm:pt modelId="{57F3A811-D18E-416C-A131-13809362A481}" type="pres">
      <dgm:prSet presAssocID="{E208D826-0429-46A7-A6FE-2C32B1FA7B05}" presName="c8" presStyleLbl="node1" presStyleIdx="7" presStyleCnt="18"/>
      <dgm:spPr/>
    </dgm:pt>
    <dgm:pt modelId="{624B0519-5B83-43A0-9558-D89CDE255AB8}" type="pres">
      <dgm:prSet presAssocID="{E208D826-0429-46A7-A6FE-2C32B1FA7B05}" presName="c9" presStyleLbl="node1" presStyleIdx="8" presStyleCnt="18"/>
      <dgm:spPr/>
    </dgm:pt>
    <dgm:pt modelId="{6985E077-9528-48CF-8A09-57E866AAEF86}" type="pres">
      <dgm:prSet presAssocID="{E208D826-0429-46A7-A6FE-2C32B1FA7B05}" presName="c10" presStyleLbl="node1" presStyleIdx="9" presStyleCnt="18"/>
      <dgm:spPr/>
    </dgm:pt>
    <dgm:pt modelId="{1302FB7E-68C8-4094-A51E-F087A18BC8F4}" type="pres">
      <dgm:prSet presAssocID="{E208D826-0429-46A7-A6FE-2C32B1FA7B05}" presName="c11" presStyleLbl="node1" presStyleIdx="10" presStyleCnt="18"/>
      <dgm:spPr/>
    </dgm:pt>
    <dgm:pt modelId="{EEAB94A0-085F-4BD4-99EA-EF5E3FE93A13}" type="pres">
      <dgm:prSet presAssocID="{E208D826-0429-46A7-A6FE-2C32B1FA7B05}" presName="c12" presStyleLbl="node1" presStyleIdx="11" presStyleCnt="18"/>
      <dgm:spPr/>
    </dgm:pt>
    <dgm:pt modelId="{7546E086-98B4-418A-996A-F987F3AA3FFD}" type="pres">
      <dgm:prSet presAssocID="{E208D826-0429-46A7-A6FE-2C32B1FA7B05}" presName="c13" presStyleLbl="node1" presStyleIdx="12" presStyleCnt="18"/>
      <dgm:spPr/>
    </dgm:pt>
    <dgm:pt modelId="{5CC7EE37-A277-4F73-8E7A-0232701BC5FD}" type="pres">
      <dgm:prSet presAssocID="{E208D826-0429-46A7-A6FE-2C32B1FA7B05}" presName="c14" presStyleLbl="node1" presStyleIdx="13" presStyleCnt="18"/>
      <dgm:spPr/>
    </dgm:pt>
    <dgm:pt modelId="{173C2D14-A778-406F-B31A-6210B8C102F8}" type="pres">
      <dgm:prSet presAssocID="{E208D826-0429-46A7-A6FE-2C32B1FA7B05}" presName="c15" presStyleLbl="node1" presStyleIdx="14" presStyleCnt="18"/>
      <dgm:spPr/>
    </dgm:pt>
    <dgm:pt modelId="{440FF0B9-D526-48A9-9755-BF6E4A313FD7}" type="pres">
      <dgm:prSet presAssocID="{E208D826-0429-46A7-A6FE-2C32B1FA7B05}" presName="c16" presStyleLbl="node1" presStyleIdx="15" presStyleCnt="18"/>
      <dgm:spPr/>
    </dgm:pt>
    <dgm:pt modelId="{26DEB3B2-218B-4904-9BFF-8AB134AB1A6F}" type="pres">
      <dgm:prSet presAssocID="{E208D826-0429-46A7-A6FE-2C32B1FA7B05}" presName="c17" presStyleLbl="node1" presStyleIdx="16" presStyleCnt="18"/>
      <dgm:spPr/>
    </dgm:pt>
    <dgm:pt modelId="{137DF358-FB66-47DD-9862-191F1DA3EBF0}" type="pres">
      <dgm:prSet presAssocID="{E208D826-0429-46A7-A6FE-2C32B1FA7B05}" presName="c18" presStyleLbl="node1" presStyleIdx="17" presStyleCnt="18"/>
      <dgm:spPr/>
    </dgm:pt>
  </dgm:ptLst>
  <dgm:cxnLst>
    <dgm:cxn modelId="{18DBB324-9485-4C35-9E5E-52A6693A5545}" type="presOf" srcId="{E208D826-0429-46A7-A6FE-2C32B1FA7B05}" destId="{E37B44BD-96C3-484F-BA2A-C895E7ADEF5E}" srcOrd="0" destOrd="0" presId="urn:microsoft.com/office/officeart/2009/3/layout/RandomtoResultProcess"/>
    <dgm:cxn modelId="{E1321247-B59F-4526-A827-973DBE2866FB}" srcId="{B9B9921C-56BB-494B-94A5-1E4581925EC1}" destId="{E208D826-0429-46A7-A6FE-2C32B1FA7B05}" srcOrd="0" destOrd="0" parTransId="{B70D9AC4-B420-41D6-8730-FCB33E0F0401}" sibTransId="{7256927D-4E33-43D6-A3F7-3160258584EB}"/>
    <dgm:cxn modelId="{3D2B4CA2-D161-4F42-B784-5C08F7E3B407}" type="presOf" srcId="{B9B9921C-56BB-494B-94A5-1E4581925EC1}" destId="{302A85B7-C141-4721-B6BC-647D51D59072}" srcOrd="0" destOrd="0" presId="urn:microsoft.com/office/officeart/2009/3/layout/RandomtoResultProcess"/>
    <dgm:cxn modelId="{B8CB7A66-490D-477B-9F38-585016087031}" type="presParOf" srcId="{302A85B7-C141-4721-B6BC-647D51D59072}" destId="{66F40B6C-1417-408C-82CC-C2DF82EDBF7C}" srcOrd="0" destOrd="0" presId="urn:microsoft.com/office/officeart/2009/3/layout/RandomtoResultProcess"/>
    <dgm:cxn modelId="{F2D437CD-3638-4B2A-81ED-79102D8D1B9F}" type="presParOf" srcId="{66F40B6C-1417-408C-82CC-C2DF82EDBF7C}" destId="{E37B44BD-96C3-484F-BA2A-C895E7ADEF5E}" srcOrd="0" destOrd="0" presId="urn:microsoft.com/office/officeart/2009/3/layout/RandomtoResultProcess"/>
    <dgm:cxn modelId="{CB796836-4305-46A2-99C9-0EF49AE706DE}" type="presParOf" srcId="{66F40B6C-1417-408C-82CC-C2DF82EDBF7C}" destId="{CA6C2672-F9AC-433B-9CEC-D22256566459}" srcOrd="1" destOrd="0" presId="urn:microsoft.com/office/officeart/2009/3/layout/RandomtoResultProcess"/>
    <dgm:cxn modelId="{17AFCD71-899A-4BCA-B55D-DB3B9363C3B4}" type="presParOf" srcId="{66F40B6C-1417-408C-82CC-C2DF82EDBF7C}" destId="{08081B34-CA77-44C4-878A-1BA6B9D65123}" srcOrd="2" destOrd="0" presId="urn:microsoft.com/office/officeart/2009/3/layout/RandomtoResultProcess"/>
    <dgm:cxn modelId="{69194117-56F8-4351-A6CB-D7D105D443E9}" type="presParOf" srcId="{66F40B6C-1417-408C-82CC-C2DF82EDBF7C}" destId="{254725DC-5561-4548-AC21-E4B2D9B64353}" srcOrd="3" destOrd="0" presId="urn:microsoft.com/office/officeart/2009/3/layout/RandomtoResultProcess"/>
    <dgm:cxn modelId="{07FD4577-824D-43EE-9629-EE4EDF431666}" type="presParOf" srcId="{66F40B6C-1417-408C-82CC-C2DF82EDBF7C}" destId="{F49FCECF-5200-413B-9ADD-3964518F6DF2}" srcOrd="4" destOrd="0" presId="urn:microsoft.com/office/officeart/2009/3/layout/RandomtoResultProcess"/>
    <dgm:cxn modelId="{737CD032-6261-4D5D-B990-408363CC6221}" type="presParOf" srcId="{66F40B6C-1417-408C-82CC-C2DF82EDBF7C}" destId="{8FD14C39-91EC-4118-933F-2878C6203B51}" srcOrd="5" destOrd="0" presId="urn:microsoft.com/office/officeart/2009/3/layout/RandomtoResultProcess"/>
    <dgm:cxn modelId="{B087FEA4-C08A-439B-A50D-88D6ABC3946A}" type="presParOf" srcId="{66F40B6C-1417-408C-82CC-C2DF82EDBF7C}" destId="{00E714DD-A75D-411D-9EF1-668754CB1D76}" srcOrd="6" destOrd="0" presId="urn:microsoft.com/office/officeart/2009/3/layout/RandomtoResultProcess"/>
    <dgm:cxn modelId="{08906318-30BC-4A5B-A358-D3A18A7063E0}" type="presParOf" srcId="{66F40B6C-1417-408C-82CC-C2DF82EDBF7C}" destId="{1035F763-281E-4378-A8A7-ACB9EB90DAEE}" srcOrd="7" destOrd="0" presId="urn:microsoft.com/office/officeart/2009/3/layout/RandomtoResultProcess"/>
    <dgm:cxn modelId="{B5A165EF-9F15-4FD6-89E9-0CFE7A7219E1}" type="presParOf" srcId="{66F40B6C-1417-408C-82CC-C2DF82EDBF7C}" destId="{57F3A811-D18E-416C-A131-13809362A481}" srcOrd="8" destOrd="0" presId="urn:microsoft.com/office/officeart/2009/3/layout/RandomtoResultProcess"/>
    <dgm:cxn modelId="{4482C272-2FD9-40D9-8D4C-650DA03E51D7}" type="presParOf" srcId="{66F40B6C-1417-408C-82CC-C2DF82EDBF7C}" destId="{624B0519-5B83-43A0-9558-D89CDE255AB8}" srcOrd="9" destOrd="0" presId="urn:microsoft.com/office/officeart/2009/3/layout/RandomtoResultProcess"/>
    <dgm:cxn modelId="{26B7DDC9-B937-4024-82C5-122689A9F85A}" type="presParOf" srcId="{66F40B6C-1417-408C-82CC-C2DF82EDBF7C}" destId="{6985E077-9528-48CF-8A09-57E866AAEF86}" srcOrd="10" destOrd="0" presId="urn:microsoft.com/office/officeart/2009/3/layout/RandomtoResultProcess"/>
    <dgm:cxn modelId="{31E34C66-8983-4FAF-A90D-1E3F3714D1C2}" type="presParOf" srcId="{66F40B6C-1417-408C-82CC-C2DF82EDBF7C}" destId="{1302FB7E-68C8-4094-A51E-F087A18BC8F4}" srcOrd="11" destOrd="0" presId="urn:microsoft.com/office/officeart/2009/3/layout/RandomtoResultProcess"/>
    <dgm:cxn modelId="{D1C64157-07FF-4EC2-9A3B-A946A18A920F}" type="presParOf" srcId="{66F40B6C-1417-408C-82CC-C2DF82EDBF7C}" destId="{EEAB94A0-085F-4BD4-99EA-EF5E3FE93A13}" srcOrd="12" destOrd="0" presId="urn:microsoft.com/office/officeart/2009/3/layout/RandomtoResultProcess"/>
    <dgm:cxn modelId="{5B54D50C-D2E0-471B-A55A-32D9EA72669D}" type="presParOf" srcId="{66F40B6C-1417-408C-82CC-C2DF82EDBF7C}" destId="{7546E086-98B4-418A-996A-F987F3AA3FFD}" srcOrd="13" destOrd="0" presId="urn:microsoft.com/office/officeart/2009/3/layout/RandomtoResultProcess"/>
    <dgm:cxn modelId="{BD7BA58E-8386-409D-8B60-EED4C19712CA}" type="presParOf" srcId="{66F40B6C-1417-408C-82CC-C2DF82EDBF7C}" destId="{5CC7EE37-A277-4F73-8E7A-0232701BC5FD}" srcOrd="14" destOrd="0" presId="urn:microsoft.com/office/officeart/2009/3/layout/RandomtoResultProcess"/>
    <dgm:cxn modelId="{0E83E6FF-EFBB-43D3-A5AE-662C999D017C}" type="presParOf" srcId="{66F40B6C-1417-408C-82CC-C2DF82EDBF7C}" destId="{173C2D14-A778-406F-B31A-6210B8C102F8}" srcOrd="15" destOrd="0" presId="urn:microsoft.com/office/officeart/2009/3/layout/RandomtoResultProcess"/>
    <dgm:cxn modelId="{50346774-53E5-4254-B5F9-D86470C96068}" type="presParOf" srcId="{66F40B6C-1417-408C-82CC-C2DF82EDBF7C}" destId="{440FF0B9-D526-48A9-9755-BF6E4A313FD7}" srcOrd="16" destOrd="0" presId="urn:microsoft.com/office/officeart/2009/3/layout/RandomtoResultProcess"/>
    <dgm:cxn modelId="{F132BC5F-C4AD-43E0-9380-CC1BF2B6962E}" type="presParOf" srcId="{66F40B6C-1417-408C-82CC-C2DF82EDBF7C}" destId="{26DEB3B2-218B-4904-9BFF-8AB134AB1A6F}" srcOrd="17" destOrd="0" presId="urn:microsoft.com/office/officeart/2009/3/layout/RandomtoResultProcess"/>
    <dgm:cxn modelId="{9F538879-4859-4FBC-8259-781EE249615E}" type="presParOf" srcId="{66F40B6C-1417-408C-82CC-C2DF82EDBF7C}" destId="{137DF358-FB66-47DD-9862-191F1DA3EBF0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54D5F-89D9-4758-BB17-300975E3EC1F}">
      <dsp:nvSpPr>
        <dsp:cNvPr id="0" name=""/>
        <dsp:cNvSpPr/>
      </dsp:nvSpPr>
      <dsp:spPr>
        <a:xfrm>
          <a:off x="0" y="371865"/>
          <a:ext cx="10952481" cy="751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34" tIns="374904" rIns="85003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React.js , Tailwind CSS , Chart.js</a:t>
          </a:r>
        </a:p>
      </dsp:txBody>
      <dsp:txXfrm>
        <a:off x="0" y="371865"/>
        <a:ext cx="10952481" cy="751275"/>
      </dsp:txXfrm>
    </dsp:sp>
    <dsp:sp modelId="{53691CB3-ABF9-4401-BC84-4CA09093B1FE}">
      <dsp:nvSpPr>
        <dsp:cNvPr id="0" name=""/>
        <dsp:cNvSpPr/>
      </dsp:nvSpPr>
      <dsp:spPr>
        <a:xfrm>
          <a:off x="547624" y="106185"/>
          <a:ext cx="7666736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84" tIns="0" rIns="2897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</a:p>
      </dsp:txBody>
      <dsp:txXfrm>
        <a:off x="573563" y="132124"/>
        <a:ext cx="7614858" cy="479482"/>
      </dsp:txXfrm>
    </dsp:sp>
    <dsp:sp modelId="{D3552CFC-5AA2-4775-983C-A324ED2749E5}">
      <dsp:nvSpPr>
        <dsp:cNvPr id="0" name=""/>
        <dsp:cNvSpPr/>
      </dsp:nvSpPr>
      <dsp:spPr>
        <a:xfrm>
          <a:off x="0" y="1486020"/>
          <a:ext cx="10952481" cy="751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34" tIns="374904" rIns="85003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 , Flask  </a:t>
          </a:r>
        </a:p>
      </dsp:txBody>
      <dsp:txXfrm>
        <a:off x="0" y="1486020"/>
        <a:ext cx="10952481" cy="751275"/>
      </dsp:txXfrm>
    </dsp:sp>
    <dsp:sp modelId="{DDBCA112-7CC4-4C24-99DA-62C6ABB254FF}">
      <dsp:nvSpPr>
        <dsp:cNvPr id="0" name=""/>
        <dsp:cNvSpPr/>
      </dsp:nvSpPr>
      <dsp:spPr>
        <a:xfrm>
          <a:off x="547624" y="1220340"/>
          <a:ext cx="7666736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84" tIns="0" rIns="2897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</a:p>
      </dsp:txBody>
      <dsp:txXfrm>
        <a:off x="573563" y="1246279"/>
        <a:ext cx="7614858" cy="479482"/>
      </dsp:txXfrm>
    </dsp:sp>
    <dsp:sp modelId="{C4863E05-C465-4758-9C78-D0D7A55C029C}">
      <dsp:nvSpPr>
        <dsp:cNvPr id="0" name=""/>
        <dsp:cNvSpPr/>
      </dsp:nvSpPr>
      <dsp:spPr>
        <a:xfrm>
          <a:off x="0" y="2600175"/>
          <a:ext cx="10952481" cy="751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34" tIns="374904" rIns="85003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PostgreSQL , Supabase</a:t>
          </a:r>
        </a:p>
      </dsp:txBody>
      <dsp:txXfrm>
        <a:off x="0" y="2600175"/>
        <a:ext cx="10952481" cy="751275"/>
      </dsp:txXfrm>
    </dsp:sp>
    <dsp:sp modelId="{3C8DAF5A-E65B-42E5-99E7-B1BC2041CD95}">
      <dsp:nvSpPr>
        <dsp:cNvPr id="0" name=""/>
        <dsp:cNvSpPr/>
      </dsp:nvSpPr>
      <dsp:spPr>
        <a:xfrm>
          <a:off x="547624" y="2334495"/>
          <a:ext cx="7666736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84" tIns="0" rIns="2897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</a:p>
      </dsp:txBody>
      <dsp:txXfrm>
        <a:off x="573563" y="2360434"/>
        <a:ext cx="7614858" cy="479482"/>
      </dsp:txXfrm>
    </dsp:sp>
    <dsp:sp modelId="{A4D027A3-8229-4D13-AE98-A33948F7D870}">
      <dsp:nvSpPr>
        <dsp:cNvPr id="0" name=""/>
        <dsp:cNvSpPr/>
      </dsp:nvSpPr>
      <dsp:spPr>
        <a:xfrm>
          <a:off x="0" y="3714331"/>
          <a:ext cx="10952481" cy="751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34" tIns="374904" rIns="85003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Gemini API, Google meet API </a:t>
          </a:r>
        </a:p>
      </dsp:txBody>
      <dsp:txXfrm>
        <a:off x="0" y="3714331"/>
        <a:ext cx="10952481" cy="751275"/>
      </dsp:txXfrm>
    </dsp:sp>
    <dsp:sp modelId="{66D0F1CA-B678-40A2-B041-28B7882E0D42}">
      <dsp:nvSpPr>
        <dsp:cNvPr id="0" name=""/>
        <dsp:cNvSpPr/>
      </dsp:nvSpPr>
      <dsp:spPr>
        <a:xfrm>
          <a:off x="547624" y="3448651"/>
          <a:ext cx="7666736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84" tIns="0" rIns="2897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API</a:t>
          </a:r>
        </a:p>
      </dsp:txBody>
      <dsp:txXfrm>
        <a:off x="573563" y="3474590"/>
        <a:ext cx="7614858" cy="479482"/>
      </dsp:txXfrm>
    </dsp:sp>
    <dsp:sp modelId="{3E66E075-4919-48FD-BC3D-809EBD9A9445}">
      <dsp:nvSpPr>
        <dsp:cNvPr id="0" name=""/>
        <dsp:cNvSpPr/>
      </dsp:nvSpPr>
      <dsp:spPr>
        <a:xfrm>
          <a:off x="0" y="4828486"/>
          <a:ext cx="10952481" cy="7512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034" tIns="374904" rIns="85003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Render</a:t>
          </a:r>
        </a:p>
      </dsp:txBody>
      <dsp:txXfrm>
        <a:off x="0" y="4828486"/>
        <a:ext cx="10952481" cy="751275"/>
      </dsp:txXfrm>
    </dsp:sp>
    <dsp:sp modelId="{19BD3DF2-602E-4088-8B20-85690D0A939F}">
      <dsp:nvSpPr>
        <dsp:cNvPr id="0" name=""/>
        <dsp:cNvSpPr/>
      </dsp:nvSpPr>
      <dsp:spPr>
        <a:xfrm>
          <a:off x="547624" y="4562806"/>
          <a:ext cx="7666736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84" tIns="0" rIns="28978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Deployment</a:t>
          </a:r>
        </a:p>
      </dsp:txBody>
      <dsp:txXfrm>
        <a:off x="573563" y="4588745"/>
        <a:ext cx="7614858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4405F-D044-4C2F-8E22-9C9EC96AC7E7}">
      <dsp:nvSpPr>
        <dsp:cNvPr id="0" name=""/>
        <dsp:cNvSpPr/>
      </dsp:nvSpPr>
      <dsp:spPr>
        <a:xfrm>
          <a:off x="4168971" y="1974"/>
          <a:ext cx="7406159" cy="10688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AI-generated quizzes or doubt responses providing inaccurate or outdated GPSC information.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Expert-in-the-Loop Validation. All AI outputs are grounded in your specific PDF library and can be human-verified via the Expert Dashboard.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68971" y="135581"/>
        <a:ext cx="7005338" cy="801641"/>
      </dsp:txXfrm>
    </dsp:sp>
    <dsp:sp modelId="{FA1E13C6-3FA5-4FAD-B8AB-2337F21BBAFA}">
      <dsp:nvSpPr>
        <dsp:cNvPr id="0" name=""/>
        <dsp:cNvSpPr/>
      </dsp:nvSpPr>
      <dsp:spPr>
        <a:xfrm>
          <a:off x="3410" y="1974"/>
          <a:ext cx="4165561" cy="1068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kern="120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The "Hallucination" &amp; Accuracy Hurdle</a:t>
          </a:r>
        </a:p>
      </dsp:txBody>
      <dsp:txXfrm>
        <a:off x="55587" y="54151"/>
        <a:ext cx="4061207" cy="964501"/>
      </dsp:txXfrm>
    </dsp:sp>
    <dsp:sp modelId="{0096B695-53FD-4E3C-B919-77F21E3FF054}">
      <dsp:nvSpPr>
        <dsp:cNvPr id="0" name=""/>
        <dsp:cNvSpPr/>
      </dsp:nvSpPr>
      <dsp:spPr>
        <a:xfrm>
          <a:off x="4174394" y="1177714"/>
          <a:ext cx="7399722" cy="10688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Students getting lost in thousands of disorganized PDFs and YouTube links.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Curriculum Taxonomy Navigation. A structured asset graph that maps every video and document to a specific sub-topic in the Prelims or Mains syllabus.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74394" y="1311321"/>
        <a:ext cx="6998901" cy="801641"/>
      </dsp:txXfrm>
    </dsp:sp>
    <dsp:sp modelId="{37FAD876-1454-4309-8ACF-357B0707B2DB}">
      <dsp:nvSpPr>
        <dsp:cNvPr id="0" name=""/>
        <dsp:cNvSpPr/>
      </dsp:nvSpPr>
      <dsp:spPr>
        <a:xfrm>
          <a:off x="0" y="1177714"/>
          <a:ext cx="4169970" cy="1068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kern="120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Content Fragmentation &amp; Fatigue</a:t>
          </a:r>
        </a:p>
      </dsp:txBody>
      <dsp:txXfrm>
        <a:off x="52177" y="1229891"/>
        <a:ext cx="4065616" cy="964501"/>
      </dsp:txXfrm>
    </dsp:sp>
    <dsp:sp modelId="{A9B2B620-C47A-464B-85DA-7C8E19508EB8}">
      <dsp:nvSpPr>
        <dsp:cNvPr id="0" name=""/>
        <dsp:cNvSpPr/>
      </dsp:nvSpPr>
      <dsp:spPr>
        <a:xfrm>
          <a:off x="4175906" y="2353455"/>
          <a:ext cx="7396811" cy="10688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Difficulty in manually scheduling and tracking hundreds of 1-on-1 mock interviews.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Automated Session Orchestration. Integration with Google Meet and Calendar services to automate the booking lifecycle for Interviewers and Students</a:t>
          </a:r>
          <a:r>
            <a:rPr lang="en-US" sz="13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3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75906" y="2487062"/>
        <a:ext cx="6995990" cy="801641"/>
      </dsp:txXfrm>
    </dsp:sp>
    <dsp:sp modelId="{8F3160A0-1BB4-44B4-8440-3AD4F313B554}">
      <dsp:nvSpPr>
        <dsp:cNvPr id="0" name=""/>
        <dsp:cNvSpPr/>
      </dsp:nvSpPr>
      <dsp:spPr>
        <a:xfrm>
          <a:off x="5822" y="2353455"/>
          <a:ext cx="4170083" cy="1068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kern="120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The Scaling Bottleneck</a:t>
          </a:r>
        </a:p>
      </dsp:txBody>
      <dsp:txXfrm>
        <a:off x="57999" y="2405632"/>
        <a:ext cx="4065729" cy="964501"/>
      </dsp:txXfrm>
    </dsp:sp>
    <dsp:sp modelId="{DB51496D-FB2A-4A3D-AB72-40782E39F15B}">
      <dsp:nvSpPr>
        <dsp:cNvPr id="0" name=""/>
        <dsp:cNvSpPr/>
      </dsp:nvSpPr>
      <dsp:spPr>
        <a:xfrm>
          <a:off x="4198476" y="3529196"/>
          <a:ext cx="7374285" cy="10688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Ensuring students cannot access "Expert-only" question banks or sensitive administrative analytics.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Granular IAM Implementation. Using Auth0/Firebase to enforce strict role-based access control (RBAC) across all four dashboard types.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98476" y="3662803"/>
        <a:ext cx="6973464" cy="801641"/>
      </dsp:txXfrm>
    </dsp:sp>
    <dsp:sp modelId="{15963716-6DAF-4388-A2BF-87B16D06400B}">
      <dsp:nvSpPr>
        <dsp:cNvPr id="0" name=""/>
        <dsp:cNvSpPr/>
      </dsp:nvSpPr>
      <dsp:spPr>
        <a:xfrm>
          <a:off x="5778" y="3529196"/>
          <a:ext cx="4192698" cy="1068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kern="120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Security &amp; Role Integrity</a:t>
          </a:r>
        </a:p>
      </dsp:txBody>
      <dsp:txXfrm>
        <a:off x="57955" y="3581373"/>
        <a:ext cx="4088344" cy="964501"/>
      </dsp:txXfrm>
    </dsp:sp>
    <dsp:sp modelId="{143D30B4-483D-49A1-A13F-6BDA4543B6B7}">
      <dsp:nvSpPr>
        <dsp:cNvPr id="0" name=""/>
        <dsp:cNvSpPr/>
      </dsp:nvSpPr>
      <dsp:spPr>
        <a:xfrm>
          <a:off x="4201325" y="4706910"/>
          <a:ext cx="7373111" cy="1068855"/>
        </a:xfrm>
        <a:prstGeom prst="rightArrow">
          <a:avLst>
            <a:gd name="adj1" fmla="val 75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Challenge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: The GPSC exam pattern changes faster than static textbooks can be updated.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i="1" u="sng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Solution: </a:t>
          </a:r>
          <a:r>
            <a:rPr lang="en-US" sz="13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Student Experience Crowdsourcing. A feedback loop where recent test-takers upload insights that the AI immediately processes into new practice materials.</a:t>
          </a:r>
          <a:endParaRPr lang="en-IN" sz="13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01325" y="4840517"/>
        <a:ext cx="6972290" cy="801641"/>
      </dsp:txXfrm>
    </dsp:sp>
    <dsp:sp modelId="{E3624898-D60D-4561-8D1F-CDDC1295DFD4}">
      <dsp:nvSpPr>
        <dsp:cNvPr id="0" name=""/>
        <dsp:cNvSpPr/>
      </dsp:nvSpPr>
      <dsp:spPr>
        <a:xfrm>
          <a:off x="4104" y="4704936"/>
          <a:ext cx="4197221" cy="10688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kern="1200" cap="none" spc="0" dirty="0">
              <a:ln w="13462">
                <a:prstDash val="solid"/>
              </a:ln>
              <a:solidFill>
                <a:schemeClr val="tx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Real-Time Pattern Evolution</a:t>
          </a:r>
        </a:p>
      </dsp:txBody>
      <dsp:txXfrm>
        <a:off x="56281" y="4757113"/>
        <a:ext cx="4092867" cy="9645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B44BD-96C3-484F-BA2A-C895E7ADEF5E}">
      <dsp:nvSpPr>
        <dsp:cNvPr id="0" name=""/>
        <dsp:cNvSpPr/>
      </dsp:nvSpPr>
      <dsp:spPr>
        <a:xfrm>
          <a:off x="1440436" y="1959917"/>
          <a:ext cx="5352969" cy="176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Thank you</a:t>
          </a:r>
        </a:p>
      </dsp:txBody>
      <dsp:txXfrm>
        <a:off x="1440436" y="1959917"/>
        <a:ext cx="5352969" cy="1764046"/>
      </dsp:txXfrm>
    </dsp:sp>
    <dsp:sp modelId="{CA6C2672-F9AC-433B-9CEC-D22256566459}">
      <dsp:nvSpPr>
        <dsp:cNvPr id="0" name=""/>
        <dsp:cNvSpPr/>
      </dsp:nvSpPr>
      <dsp:spPr>
        <a:xfrm>
          <a:off x="1434353" y="1423404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81B34-CA77-44C4-878A-1BA6B9D65123}">
      <dsp:nvSpPr>
        <dsp:cNvPr id="0" name=""/>
        <dsp:cNvSpPr/>
      </dsp:nvSpPr>
      <dsp:spPr>
        <a:xfrm>
          <a:off x="1732417" y="827278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725DC-5561-4548-AC21-E4B2D9B64353}">
      <dsp:nvSpPr>
        <dsp:cNvPr id="0" name=""/>
        <dsp:cNvSpPr/>
      </dsp:nvSpPr>
      <dsp:spPr>
        <a:xfrm>
          <a:off x="2447768" y="946503"/>
          <a:ext cx="669121" cy="6691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FCECF-5200-413B-9ADD-3964518F6DF2}">
      <dsp:nvSpPr>
        <dsp:cNvPr id="0" name=""/>
        <dsp:cNvSpPr/>
      </dsp:nvSpPr>
      <dsp:spPr>
        <a:xfrm>
          <a:off x="3043894" y="290764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14C39-91EC-4118-933F-2878C6203B51}">
      <dsp:nvSpPr>
        <dsp:cNvPr id="0" name=""/>
        <dsp:cNvSpPr/>
      </dsp:nvSpPr>
      <dsp:spPr>
        <a:xfrm>
          <a:off x="3818858" y="52314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714DD-A75D-411D-9EF1-668754CB1D76}">
      <dsp:nvSpPr>
        <dsp:cNvPr id="0" name=""/>
        <dsp:cNvSpPr/>
      </dsp:nvSpPr>
      <dsp:spPr>
        <a:xfrm>
          <a:off x="4772660" y="469602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5F763-281E-4378-A8A7-ACB9EB90DAEE}">
      <dsp:nvSpPr>
        <dsp:cNvPr id="0" name=""/>
        <dsp:cNvSpPr/>
      </dsp:nvSpPr>
      <dsp:spPr>
        <a:xfrm>
          <a:off x="5368786" y="767665"/>
          <a:ext cx="669121" cy="6691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3A811-D18E-416C-A131-13809362A481}">
      <dsp:nvSpPr>
        <dsp:cNvPr id="0" name=""/>
        <dsp:cNvSpPr/>
      </dsp:nvSpPr>
      <dsp:spPr>
        <a:xfrm>
          <a:off x="6203362" y="1423404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B0519-5B83-43A0-9558-D89CDE255AB8}">
      <dsp:nvSpPr>
        <dsp:cNvPr id="0" name=""/>
        <dsp:cNvSpPr/>
      </dsp:nvSpPr>
      <dsp:spPr>
        <a:xfrm>
          <a:off x="6561038" y="2079143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5E077-9528-48CF-8A09-57E866AAEF86}">
      <dsp:nvSpPr>
        <dsp:cNvPr id="0" name=""/>
        <dsp:cNvSpPr/>
      </dsp:nvSpPr>
      <dsp:spPr>
        <a:xfrm>
          <a:off x="3461182" y="827278"/>
          <a:ext cx="1094925" cy="10949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2FB7E-68C8-4094-A51E-F087A18BC8F4}">
      <dsp:nvSpPr>
        <dsp:cNvPr id="0" name=""/>
        <dsp:cNvSpPr/>
      </dsp:nvSpPr>
      <dsp:spPr>
        <a:xfrm>
          <a:off x="1136290" y="3092557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B94A0-085F-4BD4-99EA-EF5E3FE93A13}">
      <dsp:nvSpPr>
        <dsp:cNvPr id="0" name=""/>
        <dsp:cNvSpPr/>
      </dsp:nvSpPr>
      <dsp:spPr>
        <a:xfrm>
          <a:off x="1493966" y="3629070"/>
          <a:ext cx="669121" cy="6691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6E086-98B4-418A-996A-F987F3AA3FFD}">
      <dsp:nvSpPr>
        <dsp:cNvPr id="0" name=""/>
        <dsp:cNvSpPr/>
      </dsp:nvSpPr>
      <dsp:spPr>
        <a:xfrm>
          <a:off x="2388155" y="4105971"/>
          <a:ext cx="973267" cy="97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7EE37-A277-4F73-8E7A-0232701BC5FD}">
      <dsp:nvSpPr>
        <dsp:cNvPr id="0" name=""/>
        <dsp:cNvSpPr/>
      </dsp:nvSpPr>
      <dsp:spPr>
        <a:xfrm>
          <a:off x="3640020" y="4880935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C2D14-A778-406F-B31A-6210B8C102F8}">
      <dsp:nvSpPr>
        <dsp:cNvPr id="0" name=""/>
        <dsp:cNvSpPr/>
      </dsp:nvSpPr>
      <dsp:spPr>
        <a:xfrm>
          <a:off x="3878470" y="4105971"/>
          <a:ext cx="669121" cy="6691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FF0B9-D526-48A9-9755-BF6E4A313FD7}">
      <dsp:nvSpPr>
        <dsp:cNvPr id="0" name=""/>
        <dsp:cNvSpPr/>
      </dsp:nvSpPr>
      <dsp:spPr>
        <a:xfrm>
          <a:off x="4474597" y="4940548"/>
          <a:ext cx="425804" cy="42580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EB3B2-218B-4904-9BFF-8AB134AB1A6F}">
      <dsp:nvSpPr>
        <dsp:cNvPr id="0" name=""/>
        <dsp:cNvSpPr/>
      </dsp:nvSpPr>
      <dsp:spPr>
        <a:xfrm>
          <a:off x="5011110" y="3986746"/>
          <a:ext cx="973267" cy="97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DF358-FB66-47DD-9862-191F1DA3EBF0}">
      <dsp:nvSpPr>
        <dsp:cNvPr id="0" name=""/>
        <dsp:cNvSpPr/>
      </dsp:nvSpPr>
      <dsp:spPr>
        <a:xfrm>
          <a:off x="6322587" y="3748296"/>
          <a:ext cx="669121" cy="66912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23F29-87C2-4F28-9B83-573FAA38D2D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C86FC-C6B6-4576-A034-DC139A45B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65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1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94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40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8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1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6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1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42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49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0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5D39-CC1D-4F1D-98E3-6A4BC360D09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26271-6F37-4445-8905-725125D6DD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4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jpe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microsoft.com/office/2007/relationships/hdphoto" Target="../media/hdphoto5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8.png"/><Relationship Id="rId1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bertygroup.in/p/gpsc-syllabus" TargetMode="External"/><Relationship Id="rId2" Type="http://schemas.openxmlformats.org/officeDocument/2006/relationships/hyperlink" Target="https://gpsc.gujarat.gov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GyDM3UlK6rw" TargetMode="External"/><Relationship Id="rId5" Type="http://schemas.openxmlformats.org/officeDocument/2006/relationships/hyperlink" Target="https://testbook.com/gpsc/previous-year-papers" TargetMode="External"/><Relationship Id="rId4" Type="http://schemas.openxmlformats.org/officeDocument/2006/relationships/hyperlink" Target="https://testbook.com/gpsc/books-for-prepara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41" y="2079647"/>
            <a:ext cx="10426045" cy="4863195"/>
          </a:xfrm>
        </p:spPr>
        <p:txBody>
          <a:bodyPr>
            <a:normAutofit fontScale="90000"/>
          </a:bodyPr>
          <a:lstStyle/>
          <a:p>
            <a:pPr algn="l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US" sz="2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GPSC - GyanSetu (A Full-Stack GPSC Preparation Ecosystem with Generative AI Tutoring, Real-time Analytics, and Competitive Mock Assessments)</a:t>
            </a:r>
            <a:br>
              <a:rPr lang="en-US" sz="2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 </a:t>
            </a:r>
            <a:r>
              <a:rPr lang="en-US" sz="2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 : </a:t>
            </a:r>
            <a:r>
              <a:rPr lang="en-US" sz="2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 Patel  </a:t>
            </a:r>
            <a:br>
              <a:rPr lang="en-US" sz="2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Innovators</a:t>
            </a: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: </a:t>
            </a:r>
            <a: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</a:t>
            </a:r>
            <a: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D8a</a:t>
            </a: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</a:t>
            </a:r>
            <a: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Anand Pandya</a:t>
            </a:r>
            <a:br>
              <a:rPr lang="en-IN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74970" y="254729"/>
            <a:ext cx="3271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ile:Logo GPSC.jpg - Wikimedia Common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t="3926" r="4621" b="5980"/>
          <a:stretch/>
        </p:blipFill>
        <p:spPr bwMode="auto">
          <a:xfrm>
            <a:off x="7494309" y="38013"/>
            <a:ext cx="1324467" cy="121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VM University - YouTub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5" t="9023" r="7160" b="8735"/>
          <a:stretch/>
        </p:blipFill>
        <p:spPr bwMode="auto">
          <a:xfrm>
            <a:off x="10558031" y="-1"/>
            <a:ext cx="1545985" cy="130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ntroducing a new logo of A D Patel Institute of Technology (A Constituent  College of CVM University) #cvmuniversity #cvm #adit_cvmuniversity #adit  #newlogoofADIT #newlogo #log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2" t="9231" r="7117" b="8846"/>
          <a:stretch/>
        </p:blipFill>
        <p:spPr bwMode="auto">
          <a:xfrm>
            <a:off x="9158140" y="25662"/>
            <a:ext cx="1399891" cy="127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602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0677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(UI)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links</a:t>
            </a:r>
            <a:endParaRPr lang="en-IN" sz="3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48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6152" y="6050737"/>
            <a:ext cx="5526994" cy="985101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73251" y="92125"/>
            <a:ext cx="2640291" cy="48290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002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GPSC - GyanSetu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03" y="308943"/>
            <a:ext cx="2086266" cy="13336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520" t="12892" r="4770" b="4022"/>
          <a:stretch/>
        </p:blipFill>
        <p:spPr>
          <a:xfrm>
            <a:off x="3553118" y="1226701"/>
            <a:ext cx="952894" cy="798774"/>
          </a:xfrm>
          <a:prstGeom prst="rect">
            <a:avLst/>
          </a:prstGeom>
        </p:spPr>
      </p:pic>
      <p:pic>
        <p:nvPicPr>
          <p:cNvPr id="9" name="Picture 2" descr="File:Python-logo-notext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497" y="1130511"/>
            <a:ext cx="798774" cy="79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32403" y="3099568"/>
            <a:ext cx="2177592" cy="36693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2403" y="2533960"/>
            <a:ext cx="2177592" cy="5656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17" y="3143903"/>
            <a:ext cx="771633" cy="666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95" y="5986020"/>
            <a:ext cx="771633" cy="61921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17" y="3990899"/>
            <a:ext cx="762106" cy="733527"/>
          </a:xfrm>
          <a:prstGeom prst="rect">
            <a:avLst/>
          </a:prstGeom>
        </p:spPr>
      </p:pic>
      <p:pic>
        <p:nvPicPr>
          <p:cNvPr id="16" name="Content Placeholder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5" t="8788" r="18509" b="21880"/>
          <a:stretch/>
        </p:blipFill>
        <p:spPr>
          <a:xfrm>
            <a:off x="301819" y="4934263"/>
            <a:ext cx="777284" cy="8625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2117" y="3326622"/>
            <a:ext cx="1088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03034" y="6140016"/>
            <a:ext cx="1088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15287" y="4344936"/>
            <a:ext cx="1088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6552" y="5153733"/>
            <a:ext cx="1645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77506" y="3131909"/>
            <a:ext cx="3736036" cy="35480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71102" y="2566301"/>
            <a:ext cx="3742440" cy="5846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Modules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309995" y="3477324"/>
            <a:ext cx="961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309995" y="4526593"/>
            <a:ext cx="961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309995" y="5365540"/>
            <a:ext cx="961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309995" y="6309293"/>
            <a:ext cx="961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357872" y="3300202"/>
            <a:ext cx="3533121" cy="296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 Taxonomy Navigation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54762" y="3732216"/>
            <a:ext cx="3546659" cy="258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Courseware Asset Exploration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5190" y="4126608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Examination Execution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51379" y="4482272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Architecture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51378" y="4832781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Resource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59975" y="5247788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Orchestrator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69920" y="6010674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&amp; Access Management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69920" y="5596306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&amp; Soft Skill Profiling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69920" y="6349228"/>
            <a:ext cx="3536231" cy="258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Oversight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0402" y="2015517"/>
            <a:ext cx="3777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(React.js + Tailwind CSS)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20928" y="2020263"/>
            <a:ext cx="4156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(Python + Flask)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9"/>
          <a:srcRect l="27087" t="11894" r="26127" b="10768"/>
          <a:stretch/>
        </p:blipFill>
        <p:spPr>
          <a:xfrm>
            <a:off x="10634054" y="1636611"/>
            <a:ext cx="611946" cy="656118"/>
          </a:xfrm>
          <a:prstGeom prst="rect">
            <a:avLst/>
          </a:prstGeom>
        </p:spPr>
      </p:pic>
      <p:cxnSp>
        <p:nvCxnSpPr>
          <p:cNvPr id="64" name="Straight Arrow Connector 63"/>
          <p:cNvCxnSpPr>
            <a:endCxn id="9" idx="1"/>
          </p:cNvCxnSpPr>
          <p:nvPr/>
        </p:nvCxnSpPr>
        <p:spPr>
          <a:xfrm>
            <a:off x="4506012" y="1529898"/>
            <a:ext cx="316048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919268" y="1223037"/>
            <a:ext cx="1842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Req/Res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Elbow Connector 71"/>
          <p:cNvCxnSpPr/>
          <p:nvPr/>
        </p:nvCxnSpPr>
        <p:spPr>
          <a:xfrm rot="5400000" flipH="1" flipV="1">
            <a:off x="1939750" y="926445"/>
            <a:ext cx="888383" cy="232548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4" name="Picture 2" descr="Authentication - Free icon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17" y="1798363"/>
            <a:ext cx="456192" cy="45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TextBox 74"/>
          <p:cNvSpPr txBox="1"/>
          <p:nvPr/>
        </p:nvSpPr>
        <p:spPr>
          <a:xfrm>
            <a:off x="1221199" y="1872739"/>
            <a:ext cx="4156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Elbow Connector 75"/>
          <p:cNvCxnSpPr/>
          <p:nvPr/>
        </p:nvCxnSpPr>
        <p:spPr>
          <a:xfrm>
            <a:off x="2208900" y="985946"/>
            <a:ext cx="1810896" cy="25091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350913" y="623619"/>
            <a:ext cx="1825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Req/Res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Elbow Connector 78"/>
          <p:cNvCxnSpPr/>
          <p:nvPr/>
        </p:nvCxnSpPr>
        <p:spPr>
          <a:xfrm rot="5400000" flipH="1" flipV="1">
            <a:off x="8936539" y="-351539"/>
            <a:ext cx="673247" cy="2340915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160516" y="120717"/>
            <a:ext cx="2690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&amp; Storage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309724" y="2185584"/>
            <a:ext cx="216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Service Generic color lineal-color icon | Freepik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938" y="1075103"/>
            <a:ext cx="399387" cy="39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Elbow Connector 83"/>
          <p:cNvCxnSpPr>
            <a:endCxn id="90" idx="0"/>
          </p:cNvCxnSpPr>
          <p:nvPr/>
        </p:nvCxnSpPr>
        <p:spPr>
          <a:xfrm>
            <a:off x="8465271" y="1518208"/>
            <a:ext cx="1162850" cy="104809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7293628" y="2566301"/>
            <a:ext cx="4668986" cy="3573715"/>
          </a:xfrm>
          <a:prstGeom prst="rect">
            <a:avLst/>
          </a:prstGeom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611257" y="1481544"/>
            <a:ext cx="1517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Picture 6" descr="gmail mail icon for web design 20964377 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460" y="2649303"/>
            <a:ext cx="471148" cy="47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7" name="TextBox 3076"/>
          <p:cNvSpPr txBox="1"/>
          <p:nvPr/>
        </p:nvSpPr>
        <p:spPr>
          <a:xfrm>
            <a:off x="8755373" y="2706194"/>
            <a:ext cx="275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Picture 8" descr="Google meet icon | Premium Vecto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171" y="3214008"/>
            <a:ext cx="609727" cy="60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TextBox 3080"/>
          <p:cNvSpPr txBox="1"/>
          <p:nvPr/>
        </p:nvSpPr>
        <p:spPr>
          <a:xfrm>
            <a:off x="8429925" y="3322747"/>
            <a:ext cx="211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meet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9" name="Picture 108"/>
          <p:cNvPicPr>
            <a:picLocks noChangeAspect="1"/>
          </p:cNvPicPr>
          <p:nvPr/>
        </p:nvPicPr>
        <p:blipFill rotWithShape="1">
          <a:blip r:embed="rId14"/>
          <a:srcRect l="1320" t="5297" r="-1320" b="16469"/>
          <a:stretch/>
        </p:blipFill>
        <p:spPr>
          <a:xfrm>
            <a:off x="7459163" y="4702346"/>
            <a:ext cx="606721" cy="51264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8695966" y="4801775"/>
            <a:ext cx="163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Auth0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 rotWithShape="1">
          <a:blip r:embed="rId15"/>
          <a:srcRect l="16669" t="13127" r="16031" b="13637"/>
          <a:stretch/>
        </p:blipFill>
        <p:spPr>
          <a:xfrm>
            <a:off x="7514482" y="5446981"/>
            <a:ext cx="583493" cy="63497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428064" y="5558123"/>
            <a:ext cx="307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- Deployment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649942" y="4003671"/>
            <a:ext cx="195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Service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" name="Picture 14" descr="Google drive icons 17395378 PNG"/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7" t="12509" r="12508" b="12176"/>
          <a:stretch/>
        </p:blipFill>
        <p:spPr bwMode="auto">
          <a:xfrm>
            <a:off x="7480790" y="3941061"/>
            <a:ext cx="500263" cy="49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4" descr="Supabase Icon | Dashboard Icons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797" y="49139"/>
            <a:ext cx="722751" cy="72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Plus 25"/>
          <p:cNvSpPr/>
          <p:nvPr/>
        </p:nvSpPr>
        <p:spPr>
          <a:xfrm>
            <a:off x="10554970" y="1014642"/>
            <a:ext cx="821638" cy="532001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/>
          <p:cNvSpPr txBox="1"/>
          <p:nvPr/>
        </p:nvSpPr>
        <p:spPr>
          <a:xfrm>
            <a:off x="10581287" y="710758"/>
            <a:ext cx="2168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951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ata collection - Free files and folders icon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69" y="710657"/>
            <a:ext cx="1195249" cy="119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ata processing - Free seo and web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2" y="3256748"/>
            <a:ext cx="1322718" cy="132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b Ui Icon - Download SVG, PNG for Seo &amp; Web | IconScou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68" y="5338641"/>
            <a:ext cx="1060722" cy="106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ccess - Free logo ic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853" y="696839"/>
            <a:ext cx="1164834" cy="116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1394" y="647329"/>
            <a:ext cx="1211698" cy="1211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8325" y="2586647"/>
            <a:ext cx="1666830" cy="1250123"/>
          </a:xfrm>
          <a:prstGeom prst="rect">
            <a:avLst/>
          </a:prstGeom>
        </p:spPr>
      </p:pic>
      <p:pic>
        <p:nvPicPr>
          <p:cNvPr id="1048" name="Picture 24" descr="Chatbot Basic Rounded Flat icon | Freepi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113" y="632022"/>
            <a:ext cx="1193534" cy="119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ownload Free Data storage Icons in PNG &amp; SV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454" y="2995447"/>
            <a:ext cx="1102059" cy="110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Notification - Free Tools and utensils icon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888" y="2984572"/>
            <a:ext cx="1234708" cy="123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6763" y="5233347"/>
            <a:ext cx="1121138" cy="112113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797640" y="2242482"/>
            <a:ext cx="10253" cy="9930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770346" y="4227232"/>
            <a:ext cx="12366" cy="938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116845" y="1330664"/>
            <a:ext cx="12951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" idx="3"/>
          </p:cNvCxnSpPr>
          <p:nvPr/>
        </p:nvCxnSpPr>
        <p:spPr>
          <a:xfrm>
            <a:off x="7613092" y="1253178"/>
            <a:ext cx="14463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5245180" y="3627860"/>
            <a:ext cx="12496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16200000" flipH="1">
            <a:off x="944054" y="4870785"/>
            <a:ext cx="995148" cy="12674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rot="5400000" flipH="1" flipV="1">
            <a:off x="2681226" y="1358987"/>
            <a:ext cx="1244852" cy="11238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1225" y="1895107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1225" y="4533452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084811" y="6429647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017783" y="3806626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702516" y="1915130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148602" y="1879990"/>
            <a:ext cx="23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168113" y="1791250"/>
            <a:ext cx="135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94869" y="4175958"/>
            <a:ext cx="23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439865" y="4274370"/>
            <a:ext cx="23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Notification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Elbow Connector 92"/>
          <p:cNvCxnSpPr>
            <a:stCxn id="83" idx="2"/>
          </p:cNvCxnSpPr>
          <p:nvPr/>
        </p:nvCxnSpPr>
        <p:spPr>
          <a:xfrm rot="5400000">
            <a:off x="8132419" y="1916261"/>
            <a:ext cx="1467278" cy="195592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Elbow Connector 99"/>
          <p:cNvCxnSpPr/>
          <p:nvPr/>
        </p:nvCxnSpPr>
        <p:spPr>
          <a:xfrm rot="16200000" flipH="1">
            <a:off x="4749018" y="4616246"/>
            <a:ext cx="1323417" cy="163773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784647" y="6354485"/>
            <a:ext cx="23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596577" y="4175958"/>
            <a:ext cx="3147461" cy="225368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1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71" y="-2545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Methodology(UI)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02" y="791852"/>
            <a:ext cx="11829846" cy="5637227"/>
          </a:xfrm>
        </p:spPr>
      </p:pic>
    </p:spTree>
    <p:extLst>
      <p:ext uri="{BB962C8B-B14F-4D97-AF65-F5344CB8AC3E}">
        <p14:creationId xmlns:p14="http://schemas.microsoft.com/office/powerpoint/2010/main" val="208274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69" y="121235"/>
            <a:ext cx="11161334" cy="657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3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94267"/>
            <a:ext cx="11915482" cy="6664752"/>
          </a:xfrm>
        </p:spPr>
      </p:pic>
    </p:spTree>
    <p:extLst>
      <p:ext uri="{BB962C8B-B14F-4D97-AF65-F5344CB8AC3E}">
        <p14:creationId xmlns:p14="http://schemas.microsoft.com/office/powerpoint/2010/main" val="418519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" r="747"/>
          <a:stretch/>
        </p:blipFill>
        <p:spPr>
          <a:xfrm>
            <a:off x="329938" y="461913"/>
            <a:ext cx="11453568" cy="5816339"/>
          </a:xfrm>
        </p:spPr>
      </p:pic>
    </p:spTree>
    <p:extLst>
      <p:ext uri="{BB962C8B-B14F-4D97-AF65-F5344CB8AC3E}">
        <p14:creationId xmlns:p14="http://schemas.microsoft.com/office/powerpoint/2010/main" val="278028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" r="896" b="2872"/>
          <a:stretch/>
        </p:blipFill>
        <p:spPr>
          <a:xfrm>
            <a:off x="405352" y="377073"/>
            <a:ext cx="11312166" cy="6014301"/>
          </a:xfrm>
        </p:spPr>
      </p:pic>
    </p:spTree>
    <p:extLst>
      <p:ext uri="{BB962C8B-B14F-4D97-AF65-F5344CB8AC3E}">
        <p14:creationId xmlns:p14="http://schemas.microsoft.com/office/powerpoint/2010/main" val="55737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2131249"/>
              </p:ext>
            </p:extLst>
          </p:nvPr>
        </p:nvGraphicFramePr>
        <p:xfrm>
          <a:off x="597835" y="931421"/>
          <a:ext cx="10952481" cy="5685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869890" y="178067"/>
            <a:ext cx="3339432" cy="63785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53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2765" y="0"/>
            <a:ext cx="10515600" cy="89614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the Roadblocks to Success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64A0EF12-E258-EFA1-3516-3060C2E1A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7294122"/>
              </p:ext>
            </p:extLst>
          </p:nvPr>
        </p:nvGraphicFramePr>
        <p:xfrm>
          <a:off x="162046" y="798653"/>
          <a:ext cx="11578541" cy="5775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107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uLnTx/>
                <a:uFillTx/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uLnTx/>
              <a:uFillTx/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3074" name="Picture 2" descr="Growth Opportunities Icon Stock Illustrations – 2,152 Growth Opportunities  Icon Stock Illustrations, Vectors &amp; Clipart - Dreamstim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125" b="70125" l="17375" r="83500">
                        <a14:foregroundMark x1="54875" y1="57500" x2="54750" y2="60000"/>
                        <a14:foregroundMark x1="64375" y1="54375" x2="64250" y2="57875"/>
                        <a14:foregroundMark x1="73875" y1="51250" x2="73875" y2="54125"/>
                        <a14:foregroundMark x1="25125" y1="57125" x2="23875" y2="58000"/>
                        <a14:foregroundMark x1="25250" y1="48000" x2="24000" y2="46250"/>
                        <a14:foregroundMark x1="45750" y1="45250" x2="45750" y2="45250"/>
                        <a14:foregroundMark x1="23000" y1="51250" x2="23000" y2="51250"/>
                        <a14:backgroundMark x1="49375" y1="58375" x2="49375" y2="58375"/>
                        <a14:backgroundMark x1="50250" y1="58250" x2="50250" y2="58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997" t="31028" r="16185" b="30483"/>
          <a:stretch/>
        </p:blipFill>
        <p:spPr bwMode="auto">
          <a:xfrm>
            <a:off x="7953631" y="61936"/>
            <a:ext cx="2306157" cy="132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ymbol Fairness Stock Illustrations – 5,643 Symbol Fairness Stock  Illustrations, Vectors &amp; Clipart - Dreamstim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750" b="92125" l="6625" r="92250">
                        <a14:foregroundMark x1="17125" y1="59125" x2="26000" y2="59500"/>
                        <a14:foregroundMark x1="18625" y1="33750" x2="26000" y2="33875"/>
                        <a14:foregroundMark x1="49750" y1="31375" x2="49750" y2="31375"/>
                        <a14:foregroundMark x1="50250" y1="15750" x2="49875" y2="11500"/>
                        <a14:foregroundMark x1="29000" y1="19250" x2="29000" y2="19250"/>
                        <a14:foregroundMark x1="22500" y1="29250" x2="22375" y2="28375"/>
                        <a14:foregroundMark x1="16875" y1="33625" x2="16875" y2="33625"/>
                        <a14:foregroundMark x1="63375" y1="23375" x2="65500" y2="27750"/>
                        <a14:foregroundMark x1="69625" y1="18875" x2="69625" y2="18875"/>
                        <a14:foregroundMark x1="67000" y1="37625" x2="62125" y2="44875"/>
                        <a14:foregroundMark x1="36625" y1="43750" x2="45000" y2="50000"/>
                        <a14:foregroundMark x1="35000" y1="26500" x2="44125" y2="17250"/>
                        <a14:foregroundMark x1="50000" y1="25000" x2="50625" y2="36375"/>
                        <a14:foregroundMark x1="50125" y1="23125" x2="50125" y2="22750"/>
                        <a14:foregroundMark x1="82250" y1="33625" x2="77250" y2="33500"/>
                        <a14:foregroundMark x1="77875" y1="28625" x2="77875" y2="32250"/>
                        <a14:foregroundMark x1="77500" y1="60000" x2="82375" y2="57500"/>
                        <a14:foregroundMark x1="85250" y1="60375" x2="70125" y2="56500"/>
                        <a14:foregroundMark x1="60000" y1="78500" x2="68625" y2="70250"/>
                        <a14:foregroundMark x1="65125" y1="81875" x2="72625" y2="72250"/>
                        <a14:foregroundMark x1="49500" y1="87250" x2="55375" y2="81375"/>
                        <a14:foregroundMark x1="33750" y1="80625" x2="27625" y2="72375"/>
                        <a14:foregroundMark x1="37750" y1="75875" x2="37750" y2="75875"/>
                        <a14:foregroundMark x1="34500" y1="74125" x2="30500" y2="70875"/>
                        <a14:foregroundMark x1="82500" y1="32250" x2="84875" y2="35875"/>
                        <a14:foregroundMark x1="74000" y1="28000" x2="78875" y2="27750"/>
                        <a14:foregroundMark x1="85125" y1="29875" x2="85125" y2="37500"/>
                        <a14:foregroundMark x1="19000" y1="26875" x2="22125" y2="26750"/>
                        <a14:foregroundMark x1="15875" y1="29875" x2="14750" y2="3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248" y="-63893"/>
            <a:ext cx="1667442" cy="166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3028948" y="404008"/>
            <a:ext cx="5653633" cy="5616757"/>
          </a:xfrm>
          <a:prstGeom prst="sun">
            <a:avLst>
              <a:gd name="adj" fmla="val 15807"/>
            </a:avLst>
          </a:prstGeom>
          <a:noFill/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1741" y="1439296"/>
            <a:ext cx="249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Socio-Economic Impact</a:t>
            </a:r>
            <a:endParaRPr lang="en-GB" b="1" dirty="0">
              <a:ln w="13462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rgbClr val="00B0F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09840" y="1484065"/>
            <a:ext cx="3995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Community &amp; Soft Skill Growth</a:t>
            </a:r>
          </a:p>
        </p:txBody>
      </p:sp>
      <p:pic>
        <p:nvPicPr>
          <p:cNvPr id="3078" name="Picture 6" descr="Improve visibility concept icon Royalty Free Vector Imag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1389" b="60093" l="24500" r="78000">
                        <a14:foregroundMark x1="67200" y1="20000" x2="67200" y2="20000"/>
                        <a14:foregroundMark x1="47100" y1="17778" x2="47100" y2="17778"/>
                        <a14:foregroundMark x1="38700" y1="17870" x2="38700" y2="17870"/>
                        <a14:foregroundMark x1="34400" y1="19074" x2="34400" y2="19074"/>
                        <a14:foregroundMark x1="34800" y1="17963" x2="34800" y2="17963"/>
                        <a14:foregroundMark x1="30400" y1="22593" x2="30400" y2="22593"/>
                        <a14:foregroundMark x1="33200" y1="24722" x2="33200" y2="24722"/>
                        <a14:foregroundMark x1="34100" y1="23056" x2="34100" y2="23056"/>
                        <a14:foregroundMark x1="38200" y1="22037" x2="38200" y2="22037"/>
                        <a14:foregroundMark x1="27600" y1="29259" x2="27600" y2="29259"/>
                        <a14:foregroundMark x1="26700" y1="34259" x2="26700" y2="34259"/>
                        <a14:foregroundMark x1="27000" y1="39259" x2="27000" y2="39259"/>
                        <a14:foregroundMark x1="30300" y1="40185" x2="30300" y2="40185"/>
                        <a14:foregroundMark x1="34500" y1="45648" x2="34500" y2="45648"/>
                        <a14:foregroundMark x1="54600" y1="57037" x2="54600" y2="57037"/>
                        <a14:foregroundMark x1="60800" y1="55093" x2="60800" y2="55093"/>
                        <a14:foregroundMark x1="65100" y1="52593" x2="65100" y2="52593"/>
                        <a14:foregroundMark x1="62300" y1="16574" x2="62300" y2="16574"/>
                        <a14:foregroundMark x1="57700" y1="14630" x2="57700" y2="146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68" t="12624" r="23033" b="41821"/>
          <a:stretch/>
        </p:blipFill>
        <p:spPr bwMode="auto">
          <a:xfrm>
            <a:off x="9006921" y="2567156"/>
            <a:ext cx="1715064" cy="163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47506" y="4292046"/>
            <a:ext cx="3611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Adaptive Knowledge Remediation</a:t>
            </a:r>
          </a:p>
        </p:txBody>
      </p:sp>
      <p:pic>
        <p:nvPicPr>
          <p:cNvPr id="3080" name="Picture 8" descr="Streamline icon hi-res stock photography and images - Alamy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8273" b="65180" l="30462" r="69308">
                        <a14:foregroundMark x1="37769" y1="58058" x2="37769" y2="58058"/>
                        <a14:foregroundMark x1="38077" y1="35108" x2="38077" y2="35108"/>
                        <a14:foregroundMark x1="33000" y1="44964" x2="33000" y2="44964"/>
                        <a14:foregroundMark x1="63923" y1="51439" x2="63923" y2="51439"/>
                        <a14:foregroundMark x1="61769" y1="37122" x2="61769" y2="37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231" t="28501" r="30385" b="34928"/>
          <a:stretch/>
        </p:blipFill>
        <p:spPr bwMode="auto">
          <a:xfrm>
            <a:off x="7953631" y="4798032"/>
            <a:ext cx="1614345" cy="160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826062" y="6404741"/>
            <a:ext cx="43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End-to-End Preparation Lifecycle</a:t>
            </a:r>
          </a:p>
        </p:txBody>
      </p:sp>
      <p:pic>
        <p:nvPicPr>
          <p:cNvPr id="3084" name="Picture 12" descr="Dr. Ayham Fayyoumi | LinkedIn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7667" l="26426" r="67870">
                        <a14:foregroundMark x1="29458" y1="41500" x2="29458" y2="41500"/>
                        <a14:foregroundMark x1="30614" y1="62167" x2="30614" y2="62167"/>
                        <a14:foregroundMark x1="32202" y1="43667" x2="32202" y2="43667"/>
                        <a14:foregroundMark x1="30253" y1="46000" x2="30253" y2="46000"/>
                        <a14:foregroundMark x1="36029" y1="28167" x2="36029" y2="28167"/>
                        <a14:foregroundMark x1="37617" y1="22000" x2="37617" y2="22000"/>
                        <a14:foregroundMark x1="40072" y1="19333" x2="40072" y2="19333"/>
                        <a14:foregroundMark x1="39639" y1="27833" x2="39639" y2="27833"/>
                        <a14:foregroundMark x1="45199" y1="46333" x2="45199" y2="46333"/>
                        <a14:foregroundMark x1="46498" y1="42833" x2="46498" y2="42833"/>
                        <a14:foregroundMark x1="47509" y1="45333" x2="47509" y2="45333"/>
                        <a14:foregroundMark x1="46570" y1="38833" x2="46570" y2="38833"/>
                        <a14:foregroundMark x1="46282" y1="34000" x2="46282" y2="34000"/>
                        <a14:foregroundMark x1="46570" y1="31667" x2="46570" y2="31667"/>
                        <a14:foregroundMark x1="45271" y1="27667" x2="45271" y2="27667"/>
                        <a14:foregroundMark x1="43249" y1="25833" x2="43249" y2="25833"/>
                        <a14:foregroundMark x1="49531" y1="26000" x2="49531" y2="26000"/>
                        <a14:foregroundMark x1="49458" y1="16667" x2="49458" y2="16667"/>
                        <a14:foregroundMark x1="55812" y1="16167" x2="55812" y2="16167"/>
                        <a14:foregroundMark x1="55018" y1="21833" x2="55018" y2="21833"/>
                        <a14:foregroundMark x1="53357" y1="27000" x2="53357" y2="27000"/>
                        <a14:foregroundMark x1="60144" y1="36000" x2="60144" y2="36000"/>
                        <a14:foregroundMark x1="61661" y1="30333" x2="61661" y2="30333"/>
                        <a14:foregroundMark x1="60578" y1="44500" x2="60578" y2="44500"/>
                        <a14:foregroundMark x1="59567" y1="51333" x2="59567" y2="51333"/>
                        <a14:foregroundMark x1="60144" y1="58500" x2="60144" y2="58500"/>
                        <a14:foregroundMark x1="60939" y1="76167" x2="60939" y2="76167"/>
                        <a14:foregroundMark x1="60650" y1="69667" x2="60650" y2="69667"/>
                        <a14:foregroundMark x1="64693" y1="79333" x2="64693" y2="79333"/>
                        <a14:foregroundMark x1="65704" y1="71000" x2="65704" y2="71000"/>
                        <a14:foregroundMark x1="62238" y1="58333" x2="62238" y2="58333"/>
                        <a14:foregroundMark x1="60939" y1="59167" x2="62599" y2="59000"/>
                        <a14:foregroundMark x1="58267" y1="60000" x2="63321" y2="58167"/>
                        <a14:foregroundMark x1="63321" y1="58167" x2="63321" y2="58167"/>
                        <a14:foregroundMark x1="50614" y1="69833" x2="50614" y2="69833"/>
                        <a14:foregroundMark x1="47004" y1="72667" x2="47004" y2="72667"/>
                        <a14:foregroundMark x1="42744" y1="74667" x2="44549" y2="75000"/>
                        <a14:foregroundMark x1="44910" y1="79833" x2="45054" y2="84000"/>
                        <a14:foregroundMark x1="38556" y1="90333" x2="33791" y2="90167"/>
                        <a14:foregroundMark x1="34440" y1="61833" x2="26787" y2="62167"/>
                        <a14:foregroundMark x1="52780" y1="8167" x2="52780" y2="8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330" r="32587"/>
          <a:stretch/>
        </p:blipFill>
        <p:spPr bwMode="auto">
          <a:xfrm>
            <a:off x="1809525" y="4688107"/>
            <a:ext cx="1728466" cy="182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63493" y="6410543"/>
            <a:ext cx="5047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Administrative &amp; Expert Optimization</a:t>
            </a:r>
            <a:endParaRPr lang="en-GB" b="1" dirty="0">
              <a:ln w="13462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rgbClr val="00B0F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86" name="Picture 14" descr="Increase personal efficiency, productivity. Vector icon. Stock Vector |  Adobe Stock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7600" b="79800" l="19800" r="77000">
                        <a14:foregroundMark x1="31500" y1="33100" x2="31100" y2="37800"/>
                        <a14:foregroundMark x1="29900" y1="45000" x2="29500" y2="49000"/>
                        <a14:foregroundMark x1="35600" y1="35500" x2="38200" y2="37600"/>
                        <a14:foregroundMark x1="45600" y1="50800" x2="57400" y2="37700"/>
                        <a14:foregroundMark x1="52800" y1="57800" x2="52800" y2="62000"/>
                        <a14:foregroundMark x1="61700" y1="46900" x2="62000" y2="52300"/>
                        <a14:foregroundMark x1="56800" y1="64800" x2="63900" y2="59900"/>
                        <a14:foregroundMark x1="45500" y1="61100" x2="45300" y2="67500"/>
                        <a14:foregroundMark x1="36700" y1="62500" x2="36500" y2="69100"/>
                        <a14:foregroundMark x1="26800" y1="62500" x2="27600" y2="68700"/>
                        <a14:foregroundMark x1="32700" y1="26100" x2="33000" y2="24400"/>
                        <a14:foregroundMark x1="29800" y1="26600" x2="29800" y2="26600"/>
                        <a14:foregroundMark x1="29800" y1="24600" x2="29800" y2="24600"/>
                        <a14:foregroundMark x1="30300" y1="23000" x2="30300" y2="23000"/>
                        <a14:foregroundMark x1="31800" y1="21700" x2="31800" y2="21700"/>
                        <a14:foregroundMark x1="33600" y1="21300" x2="33600" y2="21300"/>
                        <a14:foregroundMark x1="35400" y1="22200" x2="35400" y2="22200"/>
                        <a14:foregroundMark x1="36300" y1="23900" x2="36300" y2="23900"/>
                        <a14:foregroundMark x1="37100" y1="25800" x2="37100" y2="25800"/>
                        <a14:foregroundMark x1="36200" y1="27500" x2="36200" y2="2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67" t="19700" r="22933" b="20000"/>
          <a:stretch/>
        </p:blipFill>
        <p:spPr bwMode="auto">
          <a:xfrm>
            <a:off x="868701" y="2140678"/>
            <a:ext cx="1881648" cy="174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869632" y="3912691"/>
            <a:ext cx="2896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n w="13462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rgbClr val="00B0F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Precision Learning &amp; Efficiency</a:t>
            </a:r>
          </a:p>
        </p:txBody>
      </p:sp>
    </p:spTree>
    <p:extLst>
      <p:ext uri="{BB962C8B-B14F-4D97-AF65-F5344CB8AC3E}">
        <p14:creationId xmlns:p14="http://schemas.microsoft.com/office/powerpoint/2010/main" val="2402551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/>
      <p:bldP spid="4" grpId="0"/>
      <p:bldP spid="5" grpId="0"/>
      <p:bldP spid="14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1797" y="-11550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links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564" y="1065229"/>
            <a:ext cx="10515600" cy="54029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Official Exam Framework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GPSC Official Website - Exam Schedule &amp; Notifications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Syllabus Structure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Detailed GPSC Syllabus 2026 (PDF English/Gujarati)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Study Materials &amp; Books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GPSC Subject-wise Booklist &amp; Reference Guide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 Previous Year Question Papers (PYQs)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Download GPSC Previous Year Papers (Free PDFs)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 </a:t>
            </a:r>
            <a:r>
              <a:rPr lang="en-IN" sz="2400" dirty="0"/>
              <a:t>Video Lectures &amp; Mock Interviews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GPSC Topper Mock Interview Playlist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WebSankul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)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0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1738452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52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563</Words>
  <Application>Microsoft Office PowerPoint</Application>
  <PresentationFormat>Widescreen</PresentationFormat>
  <Paragraphs>107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Problem Statement Title : GPSC - GyanSetu (A Full-Stack GPSC Preparation Ecosystem with Generative AI Tutoring, Real-time Analytics, and Competitive Mock Assessments)  Domain : Education  Team Lead : Meet Patel    Team Name : Insight Innovators  Branch : Information Technology  Batch : D8a  Mentor : Prof. Anand Pandya </vt:lpstr>
      <vt:lpstr>Agenda</vt:lpstr>
      <vt:lpstr>     System Architecture</vt:lpstr>
      <vt:lpstr>PowerPoint Presentation</vt:lpstr>
      <vt:lpstr>Methodology(UI)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Overcoming the Roadblocks to Success</vt:lpstr>
      <vt:lpstr>PowerPoint Presentation</vt:lpstr>
      <vt:lpstr>Research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:</dc:title>
  <dc:creator>A</dc:creator>
  <cp:lastModifiedBy>Yash Patel</cp:lastModifiedBy>
  <cp:revision>48</cp:revision>
  <dcterms:created xsi:type="dcterms:W3CDTF">2026-01-31T05:10:59Z</dcterms:created>
  <dcterms:modified xsi:type="dcterms:W3CDTF">2026-02-08T06:41:44Z</dcterms:modified>
</cp:coreProperties>
</file>